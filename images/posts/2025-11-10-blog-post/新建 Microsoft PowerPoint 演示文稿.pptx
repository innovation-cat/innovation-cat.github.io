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4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ECE79-FF7E-41FB-AF77-2642C537B7FF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88272-91DC-496A-A3A0-F5BB87114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7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04709-69C8-10B7-469B-A4CDE29E8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DE477C-0EC2-A552-4FC8-38AA8F0B0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EE729E-02C9-CDDA-0677-EFE39ACA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7603AE-0CAB-D8BB-A5DB-1ACC653B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437674-AAE9-96A6-0D16-B34854BC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35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7E226-7D0C-CA85-F92F-A4D65FA3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6FE5A5-DEAD-C2C6-23CC-613614DF4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A1370-3DF6-6656-E02B-C1739F4C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E619E-173B-3290-F023-25C8B191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BBE25-FC4D-E4DD-64FB-BE6CF01A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0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31B2F-39C8-AF2E-5099-BE1BEB10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4C2C5-BF4B-C1C1-E7A8-F209317A5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F12379-8A8F-D884-8CB7-45426F20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3A8E20-954B-144D-A623-FADF4EAD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777DC-4AE4-998B-E32C-9B34604B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66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51850-E5CC-F068-4150-6620D3A6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F1959-9FD4-E6A9-6010-0D554C627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3BC9CF-50F1-CA9D-3869-6DB28172A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BAC9C0-D83B-3028-30F9-E636020D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705BC5-E0E1-6AAA-E8E6-CD7E7B64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60A2BC-D066-37FC-F12B-DF342B23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83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F932F-116E-D0B2-616E-72821E2A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A62200-51C2-955E-59B8-6983302A7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1B02D6-153C-26B0-9EBF-2CEEC262F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D656A3-867B-0B5F-811C-47A5D60EE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F98176-1952-9905-1AB3-93ADE28BD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BD1653-C510-6AD1-4B4D-11361F1F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3A5CF9-7BE9-B840-3184-2A9A87D5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379C26-701C-32EC-860C-5E3DB06F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0F920-2D63-8071-8FA1-DB749479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36A354-DD14-94A4-4D36-A2423584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B596FB-3F8B-F709-CA28-1B2CECD3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D503A8-602B-A253-0C29-15867170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18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49347-AA75-099D-2A6B-46DA7DD9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3AA8D1-28C1-75E9-28EA-56741AAB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AA3489-353C-5C3E-F0A9-C59C4896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09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B9282-3346-F382-A39F-4CF93C7D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7F96F-8BAD-51C3-1059-9D3FC44BB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866382-B272-3B15-D3EF-73DFEA995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23FFF8-5044-7A98-A1DE-77C1ABE4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97E118-5767-799C-6283-8D7FEFDA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66AA33-D871-4067-13FB-E34085C5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0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43D73-E4D4-A7B7-A041-361CE72A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62F2BF-DFEA-7CD7-DB81-EEEFBF2D3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03A363-C80F-F41C-230A-C5FB6511F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0E79F5-A8AF-CA21-D5D3-B6310822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1D775A-61C0-80F7-C8E9-55BB9923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46997C-AA10-0938-5A10-5F683433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2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CEE49-E8A4-14F2-00EB-8E8219F9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0774B5-C36A-35E0-BBAA-BDF6A5267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7083A-E2C0-DEE1-6C9A-68DA7E95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AF004-47FE-2EF1-3BB1-619E58AE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247B9-26AE-0D12-BC3E-225B9B0D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97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14ABE6-C679-4340-4E69-594FE2CD1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A6F288-D51B-AC66-06B1-9F450A284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EA2A98-0304-3734-14E6-08EA8E78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00B58-2471-4DD7-820A-F67EC34D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C0D36-7D6F-F06D-CC3C-F4BD0E93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3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C00EE7-F6B0-6F0C-6077-B3324D2B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3FE110-0F97-271D-8BD7-EE66750AF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EB7F47-B49F-C137-3C30-63634ACAA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6BC83-4393-4DB0-BB63-7D0921B05D3E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222913-4A3A-43C6-3396-A0974DD39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ADF1E-9DC3-D04D-1692-F91D49D0A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C14A7-C716-4C0E-964E-71FD572DD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9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3AC1-921E-6DEC-D747-4688ACEE1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F6BF8EF-FFDB-FEED-015F-F52E75748BF8}"/>
              </a:ext>
            </a:extLst>
          </p:cNvPr>
          <p:cNvSpPr/>
          <p:nvPr/>
        </p:nvSpPr>
        <p:spPr>
          <a:xfrm>
            <a:off x="8877684" y="2882821"/>
            <a:ext cx="2625570" cy="2623138"/>
          </a:xfrm>
          <a:custGeom>
            <a:avLst/>
            <a:gdLst>
              <a:gd name="connsiteX0" fmla="*/ 668182 w 2281520"/>
              <a:gd name="connsiteY0" fmla="*/ 520262 h 2623138"/>
              <a:gd name="connsiteX1" fmla="*/ 641906 w 2281520"/>
              <a:gd name="connsiteY1" fmla="*/ 536028 h 2623138"/>
              <a:gd name="connsiteX2" fmla="*/ 594610 w 2281520"/>
              <a:gd name="connsiteY2" fmla="*/ 572814 h 2623138"/>
              <a:gd name="connsiteX3" fmla="*/ 578844 w 2281520"/>
              <a:gd name="connsiteY3" fmla="*/ 578069 h 2623138"/>
              <a:gd name="connsiteX4" fmla="*/ 542058 w 2281520"/>
              <a:gd name="connsiteY4" fmla="*/ 599090 h 2623138"/>
              <a:gd name="connsiteX5" fmla="*/ 500017 w 2281520"/>
              <a:gd name="connsiteY5" fmla="*/ 609600 h 2623138"/>
              <a:gd name="connsiteX6" fmla="*/ 463231 w 2281520"/>
              <a:gd name="connsiteY6" fmla="*/ 625365 h 2623138"/>
              <a:gd name="connsiteX7" fmla="*/ 394913 w 2281520"/>
              <a:gd name="connsiteY7" fmla="*/ 635876 h 2623138"/>
              <a:gd name="connsiteX8" fmla="*/ 363382 w 2281520"/>
              <a:gd name="connsiteY8" fmla="*/ 651641 h 2623138"/>
              <a:gd name="connsiteX9" fmla="*/ 342362 w 2281520"/>
              <a:gd name="connsiteY9" fmla="*/ 656896 h 2623138"/>
              <a:gd name="connsiteX10" fmla="*/ 284555 w 2281520"/>
              <a:gd name="connsiteY10" fmla="*/ 693683 h 2623138"/>
              <a:gd name="connsiteX11" fmla="*/ 263534 w 2281520"/>
              <a:gd name="connsiteY11" fmla="*/ 714703 h 2623138"/>
              <a:gd name="connsiteX12" fmla="*/ 232003 w 2281520"/>
              <a:gd name="connsiteY12" fmla="*/ 756745 h 2623138"/>
              <a:gd name="connsiteX13" fmla="*/ 184706 w 2281520"/>
              <a:gd name="connsiteY13" fmla="*/ 861848 h 2623138"/>
              <a:gd name="connsiteX14" fmla="*/ 200472 w 2281520"/>
              <a:gd name="connsiteY14" fmla="*/ 1166648 h 2623138"/>
              <a:gd name="connsiteX15" fmla="*/ 253024 w 2281520"/>
              <a:gd name="connsiteY15" fmla="*/ 1245476 h 2623138"/>
              <a:gd name="connsiteX16" fmla="*/ 289810 w 2281520"/>
              <a:gd name="connsiteY16" fmla="*/ 1266496 h 2623138"/>
              <a:gd name="connsiteX17" fmla="*/ 268789 w 2281520"/>
              <a:gd name="connsiteY17" fmla="*/ 1382110 h 2623138"/>
              <a:gd name="connsiteX18" fmla="*/ 253024 w 2281520"/>
              <a:gd name="connsiteY18" fmla="*/ 1445172 h 2623138"/>
              <a:gd name="connsiteX19" fmla="*/ 147920 w 2281520"/>
              <a:gd name="connsiteY19" fmla="*/ 1581807 h 2623138"/>
              <a:gd name="connsiteX20" fmla="*/ 74348 w 2281520"/>
              <a:gd name="connsiteY20" fmla="*/ 1655379 h 2623138"/>
              <a:gd name="connsiteX21" fmla="*/ 42817 w 2281520"/>
              <a:gd name="connsiteY21" fmla="*/ 1702676 h 2623138"/>
              <a:gd name="connsiteX22" fmla="*/ 6031 w 2281520"/>
              <a:gd name="connsiteY22" fmla="*/ 1813034 h 2623138"/>
              <a:gd name="connsiteX23" fmla="*/ 775 w 2281520"/>
              <a:gd name="connsiteY23" fmla="*/ 1886607 h 2623138"/>
              <a:gd name="connsiteX24" fmla="*/ 11286 w 2281520"/>
              <a:gd name="connsiteY24" fmla="*/ 2159876 h 2623138"/>
              <a:gd name="connsiteX25" fmla="*/ 32306 w 2281520"/>
              <a:gd name="connsiteY25" fmla="*/ 2259724 h 2623138"/>
              <a:gd name="connsiteX26" fmla="*/ 48072 w 2281520"/>
              <a:gd name="connsiteY26" fmla="*/ 2296510 h 2623138"/>
              <a:gd name="connsiteX27" fmla="*/ 189962 w 2281520"/>
              <a:gd name="connsiteY27" fmla="*/ 2427890 h 2623138"/>
              <a:gd name="connsiteX28" fmla="*/ 253024 w 2281520"/>
              <a:gd name="connsiteY28" fmla="*/ 2459421 h 2623138"/>
              <a:gd name="connsiteX29" fmla="*/ 300320 w 2281520"/>
              <a:gd name="connsiteY29" fmla="*/ 2485696 h 2623138"/>
              <a:gd name="connsiteX30" fmla="*/ 363382 w 2281520"/>
              <a:gd name="connsiteY30" fmla="*/ 2527738 h 2623138"/>
              <a:gd name="connsiteX31" fmla="*/ 489506 w 2281520"/>
              <a:gd name="connsiteY31" fmla="*/ 2564524 h 2623138"/>
              <a:gd name="connsiteX32" fmla="*/ 620886 w 2281520"/>
              <a:gd name="connsiteY32" fmla="*/ 2596055 h 2623138"/>
              <a:gd name="connsiteX33" fmla="*/ 888900 w 2281520"/>
              <a:gd name="connsiteY33" fmla="*/ 2606565 h 2623138"/>
              <a:gd name="connsiteX34" fmla="*/ 1067575 w 2281520"/>
              <a:gd name="connsiteY34" fmla="*/ 2622331 h 2623138"/>
              <a:gd name="connsiteX35" fmla="*/ 1482734 w 2281520"/>
              <a:gd name="connsiteY35" fmla="*/ 2580290 h 2623138"/>
              <a:gd name="connsiteX36" fmla="*/ 1619369 w 2281520"/>
              <a:gd name="connsiteY36" fmla="*/ 2433145 h 2623138"/>
              <a:gd name="connsiteX37" fmla="*/ 1635134 w 2281520"/>
              <a:gd name="connsiteY37" fmla="*/ 2349062 h 2623138"/>
              <a:gd name="connsiteX38" fmla="*/ 1677175 w 2281520"/>
              <a:gd name="connsiteY38" fmla="*/ 2254469 h 2623138"/>
              <a:gd name="connsiteX39" fmla="*/ 1677175 w 2281520"/>
              <a:gd name="connsiteY39" fmla="*/ 1897117 h 2623138"/>
              <a:gd name="connsiteX40" fmla="*/ 1640389 w 2281520"/>
              <a:gd name="connsiteY40" fmla="*/ 1844565 h 2623138"/>
              <a:gd name="connsiteX41" fmla="*/ 1572072 w 2281520"/>
              <a:gd name="connsiteY41" fmla="*/ 1781503 h 2623138"/>
              <a:gd name="connsiteX42" fmla="*/ 1367120 w 2281520"/>
              <a:gd name="connsiteY42" fmla="*/ 1718441 h 2623138"/>
              <a:gd name="connsiteX43" fmla="*/ 1335589 w 2281520"/>
              <a:gd name="connsiteY43" fmla="*/ 1692165 h 2623138"/>
              <a:gd name="connsiteX44" fmla="*/ 1314569 w 2281520"/>
              <a:gd name="connsiteY44" fmla="*/ 1660634 h 2623138"/>
              <a:gd name="connsiteX45" fmla="*/ 1283037 w 2281520"/>
              <a:gd name="connsiteY45" fmla="*/ 1618593 h 2623138"/>
              <a:gd name="connsiteX46" fmla="*/ 1256762 w 2281520"/>
              <a:gd name="connsiteY46" fmla="*/ 1476703 h 2623138"/>
              <a:gd name="connsiteX47" fmla="*/ 1262017 w 2281520"/>
              <a:gd name="connsiteY47" fmla="*/ 1298028 h 2623138"/>
              <a:gd name="connsiteX48" fmla="*/ 1493244 w 2281520"/>
              <a:gd name="connsiteY48" fmla="*/ 1103586 h 2623138"/>
              <a:gd name="connsiteX49" fmla="*/ 1719217 w 2281520"/>
              <a:gd name="connsiteY49" fmla="*/ 1014248 h 2623138"/>
              <a:gd name="connsiteX50" fmla="*/ 1829575 w 2281520"/>
              <a:gd name="connsiteY50" fmla="*/ 982717 h 2623138"/>
              <a:gd name="connsiteX51" fmla="*/ 2008251 w 2281520"/>
              <a:gd name="connsiteY51" fmla="*/ 961696 h 2623138"/>
              <a:gd name="connsiteX52" fmla="*/ 2165906 w 2281520"/>
              <a:gd name="connsiteY52" fmla="*/ 930165 h 2623138"/>
              <a:gd name="connsiteX53" fmla="*/ 2260500 w 2281520"/>
              <a:gd name="connsiteY53" fmla="*/ 793531 h 2623138"/>
              <a:gd name="connsiteX54" fmla="*/ 2281520 w 2281520"/>
              <a:gd name="connsiteY54" fmla="*/ 625365 h 2623138"/>
              <a:gd name="connsiteX55" fmla="*/ 2249989 w 2281520"/>
              <a:gd name="connsiteY55" fmla="*/ 409903 h 2623138"/>
              <a:gd name="connsiteX56" fmla="*/ 2165906 w 2281520"/>
              <a:gd name="connsiteY56" fmla="*/ 289034 h 2623138"/>
              <a:gd name="connsiteX57" fmla="*/ 1918913 w 2281520"/>
              <a:gd name="connsiteY57" fmla="*/ 84083 h 2623138"/>
              <a:gd name="connsiteX58" fmla="*/ 1514265 w 2281520"/>
              <a:gd name="connsiteY58" fmla="*/ 0 h 2623138"/>
              <a:gd name="connsiteX59" fmla="*/ 1109617 w 2281520"/>
              <a:gd name="connsiteY59" fmla="*/ 10510 h 2623138"/>
              <a:gd name="connsiteX60" fmla="*/ 1078086 w 2281520"/>
              <a:gd name="connsiteY60" fmla="*/ 15765 h 2623138"/>
              <a:gd name="connsiteX61" fmla="*/ 1036044 w 2281520"/>
              <a:gd name="connsiteY61" fmla="*/ 21021 h 2623138"/>
              <a:gd name="connsiteX62" fmla="*/ 925686 w 2281520"/>
              <a:gd name="connsiteY62" fmla="*/ 63062 h 2623138"/>
              <a:gd name="connsiteX63" fmla="*/ 862624 w 2281520"/>
              <a:gd name="connsiteY63" fmla="*/ 89338 h 2623138"/>
              <a:gd name="connsiteX64" fmla="*/ 836348 w 2281520"/>
              <a:gd name="connsiteY64" fmla="*/ 110359 h 2623138"/>
              <a:gd name="connsiteX65" fmla="*/ 825837 w 2281520"/>
              <a:gd name="connsiteY65" fmla="*/ 120869 h 2623138"/>
              <a:gd name="connsiteX66" fmla="*/ 799562 w 2281520"/>
              <a:gd name="connsiteY66" fmla="*/ 126124 h 2623138"/>
              <a:gd name="connsiteX67" fmla="*/ 768031 w 2281520"/>
              <a:gd name="connsiteY67" fmla="*/ 162910 h 2623138"/>
              <a:gd name="connsiteX68" fmla="*/ 752265 w 2281520"/>
              <a:gd name="connsiteY68" fmla="*/ 189186 h 2623138"/>
              <a:gd name="connsiteX69" fmla="*/ 736500 w 2281520"/>
              <a:gd name="connsiteY69" fmla="*/ 204952 h 2623138"/>
              <a:gd name="connsiteX70" fmla="*/ 720734 w 2281520"/>
              <a:gd name="connsiteY70" fmla="*/ 231228 h 2623138"/>
              <a:gd name="connsiteX71" fmla="*/ 699713 w 2281520"/>
              <a:gd name="connsiteY71" fmla="*/ 257503 h 2623138"/>
              <a:gd name="connsiteX72" fmla="*/ 673437 w 2281520"/>
              <a:gd name="connsiteY72" fmla="*/ 294290 h 2623138"/>
              <a:gd name="connsiteX73" fmla="*/ 662927 w 2281520"/>
              <a:gd name="connsiteY73" fmla="*/ 325821 h 2623138"/>
              <a:gd name="connsiteX74" fmla="*/ 641906 w 2281520"/>
              <a:gd name="connsiteY74" fmla="*/ 404648 h 2623138"/>
              <a:gd name="connsiteX75" fmla="*/ 668182 w 2281520"/>
              <a:gd name="connsiteY75" fmla="*/ 520262 h 2623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281520" h="2623138">
                <a:moveTo>
                  <a:pt x="668182" y="520262"/>
                </a:moveTo>
                <a:cubicBezTo>
                  <a:pt x="668182" y="542159"/>
                  <a:pt x="650167" y="530020"/>
                  <a:pt x="641906" y="536028"/>
                </a:cubicBezTo>
                <a:cubicBezTo>
                  <a:pt x="631687" y="543460"/>
                  <a:pt x="609679" y="565279"/>
                  <a:pt x="594610" y="572814"/>
                </a:cubicBezTo>
                <a:cubicBezTo>
                  <a:pt x="589655" y="575291"/>
                  <a:pt x="583799" y="575592"/>
                  <a:pt x="578844" y="578069"/>
                </a:cubicBezTo>
                <a:cubicBezTo>
                  <a:pt x="566212" y="584385"/>
                  <a:pt x="555171" y="593845"/>
                  <a:pt x="542058" y="599090"/>
                </a:cubicBezTo>
                <a:cubicBezTo>
                  <a:pt x="528646" y="604455"/>
                  <a:pt x="513721" y="605032"/>
                  <a:pt x="500017" y="609600"/>
                </a:cubicBezTo>
                <a:cubicBezTo>
                  <a:pt x="487361" y="613819"/>
                  <a:pt x="475982" y="621442"/>
                  <a:pt x="463231" y="625365"/>
                </a:cubicBezTo>
                <a:cubicBezTo>
                  <a:pt x="456903" y="627312"/>
                  <a:pt x="398746" y="635328"/>
                  <a:pt x="394913" y="635876"/>
                </a:cubicBezTo>
                <a:cubicBezTo>
                  <a:pt x="384403" y="641131"/>
                  <a:pt x="374292" y="647277"/>
                  <a:pt x="363382" y="651641"/>
                </a:cubicBezTo>
                <a:cubicBezTo>
                  <a:pt x="356676" y="654323"/>
                  <a:pt x="348735" y="653497"/>
                  <a:pt x="342362" y="656896"/>
                </a:cubicBezTo>
                <a:cubicBezTo>
                  <a:pt x="322209" y="667644"/>
                  <a:pt x="302973" y="680176"/>
                  <a:pt x="284555" y="693683"/>
                </a:cubicBezTo>
                <a:cubicBezTo>
                  <a:pt x="276564" y="699543"/>
                  <a:pt x="269878" y="707091"/>
                  <a:pt x="263534" y="714703"/>
                </a:cubicBezTo>
                <a:cubicBezTo>
                  <a:pt x="252320" y="728160"/>
                  <a:pt x="241137" y="741798"/>
                  <a:pt x="232003" y="756745"/>
                </a:cubicBezTo>
                <a:cubicBezTo>
                  <a:pt x="211905" y="789633"/>
                  <a:pt x="198921" y="826311"/>
                  <a:pt x="184706" y="861848"/>
                </a:cubicBezTo>
                <a:cubicBezTo>
                  <a:pt x="178237" y="952415"/>
                  <a:pt x="163690" y="1100439"/>
                  <a:pt x="200472" y="1166648"/>
                </a:cubicBezTo>
                <a:cubicBezTo>
                  <a:pt x="214481" y="1191864"/>
                  <a:pt x="229548" y="1225913"/>
                  <a:pt x="253024" y="1245476"/>
                </a:cubicBezTo>
                <a:cubicBezTo>
                  <a:pt x="263873" y="1254517"/>
                  <a:pt x="277548" y="1259489"/>
                  <a:pt x="289810" y="1266496"/>
                </a:cubicBezTo>
                <a:cubicBezTo>
                  <a:pt x="301369" y="1324291"/>
                  <a:pt x="296834" y="1280446"/>
                  <a:pt x="268789" y="1382110"/>
                </a:cubicBezTo>
                <a:cubicBezTo>
                  <a:pt x="263027" y="1402997"/>
                  <a:pt x="262714" y="1425792"/>
                  <a:pt x="253024" y="1445172"/>
                </a:cubicBezTo>
                <a:cubicBezTo>
                  <a:pt x="231912" y="1487396"/>
                  <a:pt x="183293" y="1546434"/>
                  <a:pt x="147920" y="1581807"/>
                </a:cubicBezTo>
                <a:cubicBezTo>
                  <a:pt x="98568" y="1631159"/>
                  <a:pt x="113797" y="1602780"/>
                  <a:pt x="74348" y="1655379"/>
                </a:cubicBezTo>
                <a:cubicBezTo>
                  <a:pt x="62979" y="1670537"/>
                  <a:pt x="50351" y="1685290"/>
                  <a:pt x="42817" y="1702676"/>
                </a:cubicBezTo>
                <a:cubicBezTo>
                  <a:pt x="27399" y="1738255"/>
                  <a:pt x="6031" y="1813034"/>
                  <a:pt x="6031" y="1813034"/>
                </a:cubicBezTo>
                <a:cubicBezTo>
                  <a:pt x="4279" y="1837558"/>
                  <a:pt x="775" y="1862020"/>
                  <a:pt x="775" y="1886607"/>
                </a:cubicBezTo>
                <a:cubicBezTo>
                  <a:pt x="775" y="2146203"/>
                  <a:pt x="-4250" y="2043350"/>
                  <a:pt x="11286" y="2159876"/>
                </a:cubicBezTo>
                <a:cubicBezTo>
                  <a:pt x="17836" y="2209005"/>
                  <a:pt x="14497" y="2206296"/>
                  <a:pt x="32306" y="2259724"/>
                </a:cubicBezTo>
                <a:cubicBezTo>
                  <a:pt x="36525" y="2272380"/>
                  <a:pt x="40068" y="2285837"/>
                  <a:pt x="48072" y="2296510"/>
                </a:cubicBezTo>
                <a:cubicBezTo>
                  <a:pt x="82775" y="2342781"/>
                  <a:pt x="142507" y="2396253"/>
                  <a:pt x="189962" y="2427890"/>
                </a:cubicBezTo>
                <a:cubicBezTo>
                  <a:pt x="209517" y="2440926"/>
                  <a:pt x="232205" y="2448516"/>
                  <a:pt x="253024" y="2459421"/>
                </a:cubicBezTo>
                <a:cubicBezTo>
                  <a:pt x="269000" y="2467789"/>
                  <a:pt x="284986" y="2476203"/>
                  <a:pt x="300320" y="2485696"/>
                </a:cubicBezTo>
                <a:cubicBezTo>
                  <a:pt x="321801" y="2498994"/>
                  <a:pt x="340984" y="2516052"/>
                  <a:pt x="363382" y="2527738"/>
                </a:cubicBezTo>
                <a:cubicBezTo>
                  <a:pt x="418383" y="2556435"/>
                  <a:pt x="429444" y="2544504"/>
                  <a:pt x="489506" y="2564524"/>
                </a:cubicBezTo>
                <a:cubicBezTo>
                  <a:pt x="596370" y="2600145"/>
                  <a:pt x="495216" y="2590255"/>
                  <a:pt x="620886" y="2596055"/>
                </a:cubicBezTo>
                <a:lnTo>
                  <a:pt x="888900" y="2606565"/>
                </a:lnTo>
                <a:cubicBezTo>
                  <a:pt x="945372" y="2614633"/>
                  <a:pt x="1011114" y="2626323"/>
                  <a:pt x="1067575" y="2622331"/>
                </a:cubicBezTo>
                <a:cubicBezTo>
                  <a:pt x="1206323" y="2612521"/>
                  <a:pt x="1344348" y="2594304"/>
                  <a:pt x="1482734" y="2580290"/>
                </a:cubicBezTo>
                <a:cubicBezTo>
                  <a:pt x="1527240" y="2540729"/>
                  <a:pt x="1595228" y="2494595"/>
                  <a:pt x="1619369" y="2433145"/>
                </a:cubicBezTo>
                <a:cubicBezTo>
                  <a:pt x="1629796" y="2406604"/>
                  <a:pt x="1626356" y="2376193"/>
                  <a:pt x="1635134" y="2349062"/>
                </a:cubicBezTo>
                <a:cubicBezTo>
                  <a:pt x="1645755" y="2316232"/>
                  <a:pt x="1663161" y="2286000"/>
                  <a:pt x="1677175" y="2254469"/>
                </a:cubicBezTo>
                <a:cubicBezTo>
                  <a:pt x="1689967" y="2126572"/>
                  <a:pt x="1697609" y="2070801"/>
                  <a:pt x="1677175" y="1897117"/>
                </a:cubicBezTo>
                <a:cubicBezTo>
                  <a:pt x="1674677" y="1875881"/>
                  <a:pt x="1654772" y="1860387"/>
                  <a:pt x="1640389" y="1844565"/>
                </a:cubicBezTo>
                <a:cubicBezTo>
                  <a:pt x="1619542" y="1821633"/>
                  <a:pt x="1599125" y="1796621"/>
                  <a:pt x="1572072" y="1781503"/>
                </a:cubicBezTo>
                <a:cubicBezTo>
                  <a:pt x="1544122" y="1765884"/>
                  <a:pt x="1403325" y="1728498"/>
                  <a:pt x="1367120" y="1718441"/>
                </a:cubicBezTo>
                <a:cubicBezTo>
                  <a:pt x="1356610" y="1709682"/>
                  <a:pt x="1344792" y="1702289"/>
                  <a:pt x="1335589" y="1692165"/>
                </a:cubicBezTo>
                <a:cubicBezTo>
                  <a:pt x="1327092" y="1682818"/>
                  <a:pt x="1321911" y="1670913"/>
                  <a:pt x="1314569" y="1660634"/>
                </a:cubicBezTo>
                <a:cubicBezTo>
                  <a:pt x="1304387" y="1646380"/>
                  <a:pt x="1293548" y="1632607"/>
                  <a:pt x="1283037" y="1618593"/>
                </a:cubicBezTo>
                <a:cubicBezTo>
                  <a:pt x="1268165" y="1564059"/>
                  <a:pt x="1257977" y="1537437"/>
                  <a:pt x="1256762" y="1476703"/>
                </a:cubicBezTo>
                <a:cubicBezTo>
                  <a:pt x="1255571" y="1417131"/>
                  <a:pt x="1243175" y="1354554"/>
                  <a:pt x="1262017" y="1298028"/>
                </a:cubicBezTo>
                <a:cubicBezTo>
                  <a:pt x="1280743" y="1241851"/>
                  <a:pt x="1470044" y="1118888"/>
                  <a:pt x="1493244" y="1103586"/>
                </a:cubicBezTo>
                <a:cubicBezTo>
                  <a:pt x="1608562" y="1027525"/>
                  <a:pt x="1580612" y="1051209"/>
                  <a:pt x="1719217" y="1014248"/>
                </a:cubicBezTo>
                <a:cubicBezTo>
                  <a:pt x="1756183" y="1004390"/>
                  <a:pt x="1792181" y="990802"/>
                  <a:pt x="1829575" y="982717"/>
                </a:cubicBezTo>
                <a:cubicBezTo>
                  <a:pt x="1846191" y="979124"/>
                  <a:pt x="1996721" y="963137"/>
                  <a:pt x="2008251" y="961696"/>
                </a:cubicBezTo>
                <a:cubicBezTo>
                  <a:pt x="2095834" y="950748"/>
                  <a:pt x="2074804" y="952941"/>
                  <a:pt x="2165906" y="930165"/>
                </a:cubicBezTo>
                <a:cubicBezTo>
                  <a:pt x="2208430" y="882918"/>
                  <a:pt x="2237517" y="858302"/>
                  <a:pt x="2260500" y="793531"/>
                </a:cubicBezTo>
                <a:cubicBezTo>
                  <a:pt x="2263047" y="786353"/>
                  <a:pt x="2281402" y="626365"/>
                  <a:pt x="2281520" y="625365"/>
                </a:cubicBezTo>
                <a:cubicBezTo>
                  <a:pt x="2271010" y="553544"/>
                  <a:pt x="2267594" y="480321"/>
                  <a:pt x="2249989" y="409903"/>
                </a:cubicBezTo>
                <a:cubicBezTo>
                  <a:pt x="2246186" y="394692"/>
                  <a:pt x="2172732" y="295860"/>
                  <a:pt x="2165906" y="289034"/>
                </a:cubicBezTo>
                <a:cubicBezTo>
                  <a:pt x="2157032" y="280160"/>
                  <a:pt x="1970487" y="104713"/>
                  <a:pt x="1918913" y="84083"/>
                </a:cubicBezTo>
                <a:cubicBezTo>
                  <a:pt x="1788992" y="32115"/>
                  <a:pt x="1650760" y="19499"/>
                  <a:pt x="1514265" y="0"/>
                </a:cubicBezTo>
                <a:lnTo>
                  <a:pt x="1109617" y="10510"/>
                </a:lnTo>
                <a:cubicBezTo>
                  <a:pt x="1098969" y="10895"/>
                  <a:pt x="1088634" y="14258"/>
                  <a:pt x="1078086" y="15765"/>
                </a:cubicBezTo>
                <a:cubicBezTo>
                  <a:pt x="1064105" y="17762"/>
                  <a:pt x="1050058" y="19269"/>
                  <a:pt x="1036044" y="21021"/>
                </a:cubicBezTo>
                <a:cubicBezTo>
                  <a:pt x="1011842" y="29821"/>
                  <a:pt x="950036" y="51603"/>
                  <a:pt x="925686" y="63062"/>
                </a:cubicBezTo>
                <a:cubicBezTo>
                  <a:pt x="864547" y="91834"/>
                  <a:pt x="913246" y="79214"/>
                  <a:pt x="862624" y="89338"/>
                </a:cubicBezTo>
                <a:cubicBezTo>
                  <a:pt x="853865" y="96345"/>
                  <a:pt x="844864" y="103059"/>
                  <a:pt x="836348" y="110359"/>
                </a:cubicBezTo>
                <a:cubicBezTo>
                  <a:pt x="832586" y="113583"/>
                  <a:pt x="830391" y="118917"/>
                  <a:pt x="825837" y="120869"/>
                </a:cubicBezTo>
                <a:cubicBezTo>
                  <a:pt x="817627" y="124387"/>
                  <a:pt x="808320" y="124372"/>
                  <a:pt x="799562" y="126124"/>
                </a:cubicBezTo>
                <a:cubicBezTo>
                  <a:pt x="761890" y="182630"/>
                  <a:pt x="827504" y="86445"/>
                  <a:pt x="768031" y="162910"/>
                </a:cubicBezTo>
                <a:cubicBezTo>
                  <a:pt x="761760" y="170973"/>
                  <a:pt x="758394" y="181014"/>
                  <a:pt x="752265" y="189186"/>
                </a:cubicBezTo>
                <a:cubicBezTo>
                  <a:pt x="747806" y="195132"/>
                  <a:pt x="740959" y="199006"/>
                  <a:pt x="736500" y="204952"/>
                </a:cubicBezTo>
                <a:cubicBezTo>
                  <a:pt x="730371" y="213124"/>
                  <a:pt x="726592" y="222860"/>
                  <a:pt x="720734" y="231228"/>
                </a:cubicBezTo>
                <a:cubicBezTo>
                  <a:pt x="714302" y="240417"/>
                  <a:pt x="706443" y="248530"/>
                  <a:pt x="699713" y="257503"/>
                </a:cubicBezTo>
                <a:cubicBezTo>
                  <a:pt x="690671" y="269558"/>
                  <a:pt x="682196" y="282028"/>
                  <a:pt x="673437" y="294290"/>
                </a:cubicBezTo>
                <a:cubicBezTo>
                  <a:pt x="669934" y="304800"/>
                  <a:pt x="666713" y="315409"/>
                  <a:pt x="662927" y="325821"/>
                </a:cubicBezTo>
                <a:cubicBezTo>
                  <a:pt x="650459" y="360110"/>
                  <a:pt x="645411" y="359081"/>
                  <a:pt x="641906" y="404648"/>
                </a:cubicBezTo>
                <a:cubicBezTo>
                  <a:pt x="639756" y="432593"/>
                  <a:pt x="668182" y="498365"/>
                  <a:pt x="668182" y="520262"/>
                </a:cubicBezTo>
                <a:close/>
              </a:path>
            </a:pathLst>
          </a:custGeom>
          <a:solidFill>
            <a:srgbClr val="00B0F0">
              <a:alpha val="17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9B0E2B7-B623-943A-9B1C-BAAA01D98248}"/>
              </a:ext>
            </a:extLst>
          </p:cNvPr>
          <p:cNvSpPr/>
          <p:nvPr/>
        </p:nvSpPr>
        <p:spPr>
          <a:xfrm>
            <a:off x="8724900" y="1707993"/>
            <a:ext cx="2778353" cy="2349657"/>
          </a:xfrm>
          <a:custGeom>
            <a:avLst/>
            <a:gdLst>
              <a:gd name="connsiteX0" fmla="*/ 653898 w 3664643"/>
              <a:gd name="connsiteY0" fmla="*/ 412907 h 2349657"/>
              <a:gd name="connsiteX1" fmla="*/ 615798 w 3664643"/>
              <a:gd name="connsiteY1" fmla="*/ 406557 h 2349657"/>
              <a:gd name="connsiteX2" fmla="*/ 368148 w 3664643"/>
              <a:gd name="connsiteY2" fmla="*/ 451007 h 2349657"/>
              <a:gd name="connsiteX3" fmla="*/ 164948 w 3664643"/>
              <a:gd name="connsiteY3" fmla="*/ 565307 h 2349657"/>
              <a:gd name="connsiteX4" fmla="*/ 18898 w 3664643"/>
              <a:gd name="connsiteY4" fmla="*/ 762157 h 2349657"/>
              <a:gd name="connsiteX5" fmla="*/ 25248 w 3664643"/>
              <a:gd name="connsiteY5" fmla="*/ 1066957 h 2349657"/>
              <a:gd name="connsiteX6" fmla="*/ 76048 w 3664643"/>
              <a:gd name="connsiteY6" fmla="*/ 1155857 h 2349657"/>
              <a:gd name="connsiteX7" fmla="*/ 120498 w 3664643"/>
              <a:gd name="connsiteY7" fmla="*/ 1257457 h 2349657"/>
              <a:gd name="connsiteX8" fmla="*/ 171298 w 3664643"/>
              <a:gd name="connsiteY8" fmla="*/ 1333657 h 2349657"/>
              <a:gd name="connsiteX9" fmla="*/ 291948 w 3664643"/>
              <a:gd name="connsiteY9" fmla="*/ 1517807 h 2349657"/>
              <a:gd name="connsiteX10" fmla="*/ 361798 w 3664643"/>
              <a:gd name="connsiteY10" fmla="*/ 1581307 h 2349657"/>
              <a:gd name="connsiteX11" fmla="*/ 520548 w 3664643"/>
              <a:gd name="connsiteY11" fmla="*/ 1695607 h 2349657"/>
              <a:gd name="connsiteX12" fmla="*/ 603098 w 3664643"/>
              <a:gd name="connsiteY12" fmla="*/ 1752757 h 2349657"/>
              <a:gd name="connsiteX13" fmla="*/ 666598 w 3664643"/>
              <a:gd name="connsiteY13" fmla="*/ 1803557 h 2349657"/>
              <a:gd name="connsiteX14" fmla="*/ 711048 w 3664643"/>
              <a:gd name="connsiteY14" fmla="*/ 1905157 h 2349657"/>
              <a:gd name="connsiteX15" fmla="*/ 768198 w 3664643"/>
              <a:gd name="connsiteY15" fmla="*/ 2044857 h 2349657"/>
              <a:gd name="connsiteX16" fmla="*/ 907898 w 3664643"/>
              <a:gd name="connsiteY16" fmla="*/ 2152807 h 2349657"/>
              <a:gd name="connsiteX17" fmla="*/ 1174598 w 3664643"/>
              <a:gd name="connsiteY17" fmla="*/ 2216307 h 2349657"/>
              <a:gd name="connsiteX18" fmla="*/ 1568298 w 3664643"/>
              <a:gd name="connsiteY18" fmla="*/ 2121057 h 2349657"/>
              <a:gd name="connsiteX19" fmla="*/ 1663548 w 3664643"/>
              <a:gd name="connsiteY19" fmla="*/ 2019457 h 2349657"/>
              <a:gd name="connsiteX20" fmla="*/ 1752448 w 3664643"/>
              <a:gd name="connsiteY20" fmla="*/ 1911507 h 2349657"/>
              <a:gd name="connsiteX21" fmla="*/ 1790548 w 3664643"/>
              <a:gd name="connsiteY21" fmla="*/ 1892457 h 2349657"/>
              <a:gd name="connsiteX22" fmla="*/ 2171548 w 3664643"/>
              <a:gd name="connsiteY22" fmla="*/ 2013107 h 2349657"/>
              <a:gd name="connsiteX23" fmla="*/ 2304898 w 3664643"/>
              <a:gd name="connsiteY23" fmla="*/ 2127407 h 2349657"/>
              <a:gd name="connsiteX24" fmla="*/ 2362048 w 3664643"/>
              <a:gd name="connsiteY24" fmla="*/ 2159157 h 2349657"/>
              <a:gd name="connsiteX25" fmla="*/ 2469998 w 3664643"/>
              <a:gd name="connsiteY25" fmla="*/ 2254407 h 2349657"/>
              <a:gd name="connsiteX26" fmla="*/ 2533498 w 3664643"/>
              <a:gd name="connsiteY26" fmla="*/ 2292507 h 2349657"/>
              <a:gd name="connsiteX27" fmla="*/ 2704948 w 3664643"/>
              <a:gd name="connsiteY27" fmla="*/ 2349657 h 2349657"/>
              <a:gd name="connsiteX28" fmla="*/ 3104998 w 3664643"/>
              <a:gd name="connsiteY28" fmla="*/ 2292507 h 2349657"/>
              <a:gd name="connsiteX29" fmla="*/ 3365348 w 3664643"/>
              <a:gd name="connsiteY29" fmla="*/ 2070257 h 2349657"/>
              <a:gd name="connsiteX30" fmla="*/ 3479648 w 3664643"/>
              <a:gd name="connsiteY30" fmla="*/ 1936907 h 2349657"/>
              <a:gd name="connsiteX31" fmla="*/ 3619348 w 3664643"/>
              <a:gd name="connsiteY31" fmla="*/ 1632107 h 2349657"/>
              <a:gd name="connsiteX32" fmla="*/ 3644748 w 3664643"/>
              <a:gd name="connsiteY32" fmla="*/ 1517807 h 2349657"/>
              <a:gd name="connsiteX33" fmla="*/ 3651098 w 3664643"/>
              <a:gd name="connsiteY33" fmla="*/ 1416207 h 2349657"/>
              <a:gd name="connsiteX34" fmla="*/ 3657448 w 3664643"/>
              <a:gd name="connsiteY34" fmla="*/ 1232057 h 2349657"/>
              <a:gd name="connsiteX35" fmla="*/ 3606648 w 3664643"/>
              <a:gd name="connsiteY35" fmla="*/ 1162207 h 2349657"/>
              <a:gd name="connsiteX36" fmla="*/ 3409798 w 3664643"/>
              <a:gd name="connsiteY36" fmla="*/ 1016157 h 2349657"/>
              <a:gd name="connsiteX37" fmla="*/ 3155798 w 3664643"/>
              <a:gd name="connsiteY37" fmla="*/ 908207 h 2349657"/>
              <a:gd name="connsiteX38" fmla="*/ 2844648 w 3664643"/>
              <a:gd name="connsiteY38" fmla="*/ 844707 h 2349657"/>
              <a:gd name="connsiteX39" fmla="*/ 2590648 w 3664643"/>
              <a:gd name="connsiteY39" fmla="*/ 762157 h 2349657"/>
              <a:gd name="connsiteX40" fmla="*/ 2425548 w 3664643"/>
              <a:gd name="connsiteY40" fmla="*/ 724057 h 2349657"/>
              <a:gd name="connsiteX41" fmla="*/ 2146148 w 3664643"/>
              <a:gd name="connsiteY41" fmla="*/ 609757 h 2349657"/>
              <a:gd name="connsiteX42" fmla="*/ 2006448 w 3664643"/>
              <a:gd name="connsiteY42" fmla="*/ 489107 h 2349657"/>
              <a:gd name="connsiteX43" fmla="*/ 1955648 w 3664643"/>
              <a:gd name="connsiteY43" fmla="*/ 419257 h 2349657"/>
              <a:gd name="connsiteX44" fmla="*/ 1898498 w 3664643"/>
              <a:gd name="connsiteY44" fmla="*/ 228757 h 2349657"/>
              <a:gd name="connsiteX45" fmla="*/ 1866748 w 3664643"/>
              <a:gd name="connsiteY45" fmla="*/ 114457 h 2349657"/>
              <a:gd name="connsiteX46" fmla="*/ 1841348 w 3664643"/>
              <a:gd name="connsiteY46" fmla="*/ 63657 h 2349657"/>
              <a:gd name="connsiteX47" fmla="*/ 1784198 w 3664643"/>
              <a:gd name="connsiteY47" fmla="*/ 50957 h 2349657"/>
              <a:gd name="connsiteX48" fmla="*/ 1657198 w 3664643"/>
              <a:gd name="connsiteY48" fmla="*/ 19207 h 2349657"/>
              <a:gd name="connsiteX49" fmla="*/ 1625448 w 3664643"/>
              <a:gd name="connsiteY49" fmla="*/ 157 h 2349657"/>
              <a:gd name="connsiteX50" fmla="*/ 1434948 w 3664643"/>
              <a:gd name="connsiteY50" fmla="*/ 12857 h 2349657"/>
              <a:gd name="connsiteX51" fmla="*/ 1212698 w 3664643"/>
              <a:gd name="connsiteY51" fmla="*/ 95407 h 2349657"/>
              <a:gd name="connsiteX52" fmla="*/ 1130148 w 3664643"/>
              <a:gd name="connsiteY52" fmla="*/ 120807 h 2349657"/>
              <a:gd name="connsiteX53" fmla="*/ 1003148 w 3664643"/>
              <a:gd name="connsiteY53" fmla="*/ 177957 h 2349657"/>
              <a:gd name="connsiteX54" fmla="*/ 920598 w 3664643"/>
              <a:gd name="connsiteY54" fmla="*/ 203357 h 2349657"/>
              <a:gd name="connsiteX55" fmla="*/ 838048 w 3664643"/>
              <a:gd name="connsiteY55" fmla="*/ 247807 h 2349657"/>
              <a:gd name="connsiteX56" fmla="*/ 812648 w 3664643"/>
              <a:gd name="connsiteY56" fmla="*/ 273207 h 2349657"/>
              <a:gd name="connsiteX57" fmla="*/ 780898 w 3664643"/>
              <a:gd name="connsiteY57" fmla="*/ 292257 h 2349657"/>
              <a:gd name="connsiteX58" fmla="*/ 761848 w 3664643"/>
              <a:gd name="connsiteY58" fmla="*/ 304957 h 2349657"/>
              <a:gd name="connsiteX59" fmla="*/ 742798 w 3664643"/>
              <a:gd name="connsiteY59" fmla="*/ 330357 h 2349657"/>
              <a:gd name="connsiteX60" fmla="*/ 711048 w 3664643"/>
              <a:gd name="connsiteY60" fmla="*/ 355757 h 2349657"/>
              <a:gd name="connsiteX61" fmla="*/ 685648 w 3664643"/>
              <a:gd name="connsiteY61" fmla="*/ 381157 h 2349657"/>
              <a:gd name="connsiteX62" fmla="*/ 653898 w 3664643"/>
              <a:gd name="connsiteY62" fmla="*/ 412907 h 234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664643" h="2349657">
                <a:moveTo>
                  <a:pt x="653898" y="412907"/>
                </a:moveTo>
                <a:cubicBezTo>
                  <a:pt x="642256" y="417140"/>
                  <a:pt x="628648" y="405754"/>
                  <a:pt x="615798" y="406557"/>
                </a:cubicBezTo>
                <a:cubicBezTo>
                  <a:pt x="527177" y="412096"/>
                  <a:pt x="449038" y="418052"/>
                  <a:pt x="368148" y="451007"/>
                </a:cubicBezTo>
                <a:cubicBezTo>
                  <a:pt x="297873" y="479637"/>
                  <a:pt x="228593" y="526413"/>
                  <a:pt x="164948" y="565307"/>
                </a:cubicBezTo>
                <a:cubicBezTo>
                  <a:pt x="50782" y="709917"/>
                  <a:pt x="98120" y="643324"/>
                  <a:pt x="18898" y="762157"/>
                </a:cubicBezTo>
                <a:cubicBezTo>
                  <a:pt x="-3064" y="882945"/>
                  <a:pt x="-11632" y="895967"/>
                  <a:pt x="25248" y="1066957"/>
                </a:cubicBezTo>
                <a:cubicBezTo>
                  <a:pt x="32444" y="1100320"/>
                  <a:pt x="60784" y="1125330"/>
                  <a:pt x="76048" y="1155857"/>
                </a:cubicBezTo>
                <a:cubicBezTo>
                  <a:pt x="92580" y="1188920"/>
                  <a:pt x="103042" y="1224872"/>
                  <a:pt x="120498" y="1257457"/>
                </a:cubicBezTo>
                <a:cubicBezTo>
                  <a:pt x="134914" y="1284366"/>
                  <a:pt x="156277" y="1307081"/>
                  <a:pt x="171298" y="1333657"/>
                </a:cubicBezTo>
                <a:cubicBezTo>
                  <a:pt x="224656" y="1428059"/>
                  <a:pt x="184261" y="1419910"/>
                  <a:pt x="291948" y="1517807"/>
                </a:cubicBezTo>
                <a:cubicBezTo>
                  <a:pt x="315231" y="1538974"/>
                  <a:pt x="336960" y="1561988"/>
                  <a:pt x="361798" y="1581307"/>
                </a:cubicBezTo>
                <a:cubicBezTo>
                  <a:pt x="413268" y="1621339"/>
                  <a:pt x="467394" y="1657839"/>
                  <a:pt x="520548" y="1695607"/>
                </a:cubicBezTo>
                <a:cubicBezTo>
                  <a:pt x="547830" y="1714992"/>
                  <a:pt x="576964" y="1731850"/>
                  <a:pt x="603098" y="1752757"/>
                </a:cubicBezTo>
                <a:lnTo>
                  <a:pt x="666598" y="1803557"/>
                </a:lnTo>
                <a:cubicBezTo>
                  <a:pt x="697587" y="1857788"/>
                  <a:pt x="691748" y="1840824"/>
                  <a:pt x="711048" y="1905157"/>
                </a:cubicBezTo>
                <a:cubicBezTo>
                  <a:pt x="724657" y="1950520"/>
                  <a:pt x="732190" y="2008849"/>
                  <a:pt x="768198" y="2044857"/>
                </a:cubicBezTo>
                <a:cubicBezTo>
                  <a:pt x="809811" y="2086470"/>
                  <a:pt x="856005" y="2125051"/>
                  <a:pt x="907898" y="2152807"/>
                </a:cubicBezTo>
                <a:cubicBezTo>
                  <a:pt x="956804" y="2178966"/>
                  <a:pt x="1121077" y="2206112"/>
                  <a:pt x="1174598" y="2216307"/>
                </a:cubicBezTo>
                <a:cubicBezTo>
                  <a:pt x="1343256" y="2196696"/>
                  <a:pt x="1440730" y="2218609"/>
                  <a:pt x="1568298" y="2121057"/>
                </a:cubicBezTo>
                <a:cubicBezTo>
                  <a:pt x="1605174" y="2092858"/>
                  <a:pt x="1633445" y="2054796"/>
                  <a:pt x="1663548" y="2019457"/>
                </a:cubicBezTo>
                <a:cubicBezTo>
                  <a:pt x="1698759" y="1978123"/>
                  <a:pt x="1710306" y="1943113"/>
                  <a:pt x="1752448" y="1911507"/>
                </a:cubicBezTo>
                <a:cubicBezTo>
                  <a:pt x="1763807" y="1902988"/>
                  <a:pt x="1777848" y="1898807"/>
                  <a:pt x="1790548" y="1892457"/>
                </a:cubicBezTo>
                <a:cubicBezTo>
                  <a:pt x="2024796" y="1929058"/>
                  <a:pt x="1965699" y="1898746"/>
                  <a:pt x="2171548" y="2013107"/>
                </a:cubicBezTo>
                <a:cubicBezTo>
                  <a:pt x="2218389" y="2039130"/>
                  <a:pt x="2266801" y="2097968"/>
                  <a:pt x="2304898" y="2127407"/>
                </a:cubicBezTo>
                <a:cubicBezTo>
                  <a:pt x="2322142" y="2140732"/>
                  <a:pt x="2344775" y="2145870"/>
                  <a:pt x="2362048" y="2159157"/>
                </a:cubicBezTo>
                <a:cubicBezTo>
                  <a:pt x="2400085" y="2188416"/>
                  <a:pt x="2428848" y="2229717"/>
                  <a:pt x="2469998" y="2254407"/>
                </a:cubicBezTo>
                <a:cubicBezTo>
                  <a:pt x="2491165" y="2267107"/>
                  <a:pt x="2511058" y="2282222"/>
                  <a:pt x="2533498" y="2292507"/>
                </a:cubicBezTo>
                <a:cubicBezTo>
                  <a:pt x="2571581" y="2309962"/>
                  <a:pt x="2663623" y="2336942"/>
                  <a:pt x="2704948" y="2349657"/>
                </a:cubicBezTo>
                <a:cubicBezTo>
                  <a:pt x="2838298" y="2330607"/>
                  <a:pt x="2975768" y="2330516"/>
                  <a:pt x="3104998" y="2292507"/>
                </a:cubicBezTo>
                <a:cubicBezTo>
                  <a:pt x="3171653" y="2272902"/>
                  <a:pt x="3321568" y="2117587"/>
                  <a:pt x="3365348" y="2070257"/>
                </a:cubicBezTo>
                <a:cubicBezTo>
                  <a:pt x="3405102" y="2027280"/>
                  <a:pt x="3448455" y="1986449"/>
                  <a:pt x="3479648" y="1936907"/>
                </a:cubicBezTo>
                <a:cubicBezTo>
                  <a:pt x="3492876" y="1915898"/>
                  <a:pt x="3597919" y="1702823"/>
                  <a:pt x="3619348" y="1632107"/>
                </a:cubicBezTo>
                <a:cubicBezTo>
                  <a:pt x="3630667" y="1594755"/>
                  <a:pt x="3636281" y="1555907"/>
                  <a:pt x="3644748" y="1517807"/>
                </a:cubicBezTo>
                <a:cubicBezTo>
                  <a:pt x="3646865" y="1483940"/>
                  <a:pt x="3648026" y="1450000"/>
                  <a:pt x="3651098" y="1416207"/>
                </a:cubicBezTo>
                <a:cubicBezTo>
                  <a:pt x="3654616" y="1377513"/>
                  <a:pt x="3675361" y="1277836"/>
                  <a:pt x="3657448" y="1232057"/>
                </a:cubicBezTo>
                <a:cubicBezTo>
                  <a:pt x="3646957" y="1205247"/>
                  <a:pt x="3625165" y="1184251"/>
                  <a:pt x="3606648" y="1162207"/>
                </a:cubicBezTo>
                <a:cubicBezTo>
                  <a:pt x="3522132" y="1061593"/>
                  <a:pt x="3531806" y="1070850"/>
                  <a:pt x="3409798" y="1016157"/>
                </a:cubicBezTo>
                <a:cubicBezTo>
                  <a:pt x="3325851" y="978526"/>
                  <a:pt x="3243832" y="934914"/>
                  <a:pt x="3155798" y="908207"/>
                </a:cubicBezTo>
                <a:cubicBezTo>
                  <a:pt x="3054502" y="877477"/>
                  <a:pt x="2947136" y="871193"/>
                  <a:pt x="2844648" y="844707"/>
                </a:cubicBezTo>
                <a:cubicBezTo>
                  <a:pt x="2758454" y="822432"/>
                  <a:pt x="2676199" y="786785"/>
                  <a:pt x="2590648" y="762157"/>
                </a:cubicBezTo>
                <a:cubicBezTo>
                  <a:pt x="2536373" y="746532"/>
                  <a:pt x="2479530" y="740667"/>
                  <a:pt x="2425548" y="724057"/>
                </a:cubicBezTo>
                <a:cubicBezTo>
                  <a:pt x="2394382" y="714467"/>
                  <a:pt x="2192107" y="635801"/>
                  <a:pt x="2146148" y="609757"/>
                </a:cubicBezTo>
                <a:cubicBezTo>
                  <a:pt x="2101925" y="584697"/>
                  <a:pt x="2039673" y="527869"/>
                  <a:pt x="2006448" y="489107"/>
                </a:cubicBezTo>
                <a:cubicBezTo>
                  <a:pt x="1987712" y="467248"/>
                  <a:pt x="1972581" y="442540"/>
                  <a:pt x="1955648" y="419257"/>
                </a:cubicBezTo>
                <a:cubicBezTo>
                  <a:pt x="1928738" y="330839"/>
                  <a:pt x="1918508" y="300221"/>
                  <a:pt x="1898498" y="228757"/>
                </a:cubicBezTo>
                <a:cubicBezTo>
                  <a:pt x="1887836" y="190679"/>
                  <a:pt x="1884432" y="149825"/>
                  <a:pt x="1866748" y="114457"/>
                </a:cubicBezTo>
                <a:cubicBezTo>
                  <a:pt x="1858281" y="97524"/>
                  <a:pt x="1856354" y="75200"/>
                  <a:pt x="1841348" y="63657"/>
                </a:cubicBezTo>
                <a:cubicBezTo>
                  <a:pt x="1825880" y="51759"/>
                  <a:pt x="1803081" y="55883"/>
                  <a:pt x="1784198" y="50957"/>
                </a:cubicBezTo>
                <a:cubicBezTo>
                  <a:pt x="1656207" y="17568"/>
                  <a:pt x="1736857" y="32483"/>
                  <a:pt x="1657198" y="19207"/>
                </a:cubicBezTo>
                <a:cubicBezTo>
                  <a:pt x="1646615" y="12857"/>
                  <a:pt x="1637785" y="509"/>
                  <a:pt x="1625448" y="157"/>
                </a:cubicBezTo>
                <a:cubicBezTo>
                  <a:pt x="1561833" y="-1661"/>
                  <a:pt x="1434948" y="12857"/>
                  <a:pt x="1434948" y="12857"/>
                </a:cubicBezTo>
                <a:cubicBezTo>
                  <a:pt x="1132479" y="108373"/>
                  <a:pt x="1481405" y="-6516"/>
                  <a:pt x="1212698" y="95407"/>
                </a:cubicBezTo>
                <a:cubicBezTo>
                  <a:pt x="1185780" y="105617"/>
                  <a:pt x="1156934" y="110255"/>
                  <a:pt x="1130148" y="120807"/>
                </a:cubicBezTo>
                <a:cubicBezTo>
                  <a:pt x="1086956" y="137822"/>
                  <a:pt x="1047188" y="163277"/>
                  <a:pt x="1003148" y="177957"/>
                </a:cubicBezTo>
                <a:cubicBezTo>
                  <a:pt x="950429" y="195530"/>
                  <a:pt x="977920" y="186979"/>
                  <a:pt x="920598" y="203357"/>
                </a:cubicBezTo>
                <a:cubicBezTo>
                  <a:pt x="812248" y="293649"/>
                  <a:pt x="952841" y="185193"/>
                  <a:pt x="838048" y="247807"/>
                </a:cubicBezTo>
                <a:cubicBezTo>
                  <a:pt x="827536" y="253541"/>
                  <a:pt x="822099" y="265856"/>
                  <a:pt x="812648" y="273207"/>
                </a:cubicBezTo>
                <a:cubicBezTo>
                  <a:pt x="802906" y="280784"/>
                  <a:pt x="791364" y="285716"/>
                  <a:pt x="780898" y="292257"/>
                </a:cubicBezTo>
                <a:cubicBezTo>
                  <a:pt x="774426" y="296302"/>
                  <a:pt x="767244" y="299561"/>
                  <a:pt x="761848" y="304957"/>
                </a:cubicBezTo>
                <a:cubicBezTo>
                  <a:pt x="754364" y="312441"/>
                  <a:pt x="750282" y="322873"/>
                  <a:pt x="742798" y="330357"/>
                </a:cubicBezTo>
                <a:cubicBezTo>
                  <a:pt x="733214" y="339941"/>
                  <a:pt x="721178" y="346753"/>
                  <a:pt x="711048" y="355757"/>
                </a:cubicBezTo>
                <a:cubicBezTo>
                  <a:pt x="702099" y="363712"/>
                  <a:pt x="694659" y="373272"/>
                  <a:pt x="685648" y="381157"/>
                </a:cubicBezTo>
                <a:cubicBezTo>
                  <a:pt x="673046" y="392184"/>
                  <a:pt x="665540" y="408674"/>
                  <a:pt x="653898" y="412907"/>
                </a:cubicBezTo>
                <a:close/>
              </a:path>
            </a:pathLst>
          </a:cu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398278-0019-8B24-CFA9-C12A0DF3C20F}"/>
              </a:ext>
            </a:extLst>
          </p:cNvPr>
          <p:cNvSpPr/>
          <p:nvPr/>
        </p:nvSpPr>
        <p:spPr>
          <a:xfrm>
            <a:off x="812800" y="1650844"/>
            <a:ext cx="641350" cy="379796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  <a:alpha val="8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94E225-53BC-3DE9-BFCD-7F22EE6B3B7D}"/>
                  </a:ext>
                </a:extLst>
              </p:cNvPr>
              <p:cNvSpPr txBox="1"/>
              <p:nvPr/>
            </p:nvSpPr>
            <p:spPr>
              <a:xfrm>
                <a:off x="9192237" y="2438400"/>
                <a:ext cx="6823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𝓜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𝐃𝐌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E94E225-53BC-3DE9-BFCD-7F22EE6B3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237" y="2438400"/>
                <a:ext cx="682303" cy="307777"/>
              </a:xfrm>
              <a:prstGeom prst="rect">
                <a:avLst/>
              </a:prstGeom>
              <a:blipFill>
                <a:blip r:embed="rId2"/>
                <a:stretch>
                  <a:fillRect l="-8036" r="-1786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97D4E0B-E9B2-B320-73CE-AB75DB22DC27}"/>
                  </a:ext>
                </a:extLst>
              </p:cNvPr>
              <p:cNvSpPr txBox="1"/>
              <p:nvPr/>
            </p:nvSpPr>
            <p:spPr>
              <a:xfrm>
                <a:off x="9565320" y="4480280"/>
                <a:ext cx="7015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𝓜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𝐨𝐛𝐬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97D4E0B-E9B2-B320-73CE-AB75DB22D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320" y="4480280"/>
                <a:ext cx="701539" cy="307777"/>
              </a:xfrm>
              <a:prstGeom prst="rect">
                <a:avLst/>
              </a:prstGeom>
              <a:blipFill>
                <a:blip r:embed="rId3"/>
                <a:stretch>
                  <a:fillRect l="-6087" r="-3478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7F41F74-5123-B037-E32F-9329372258AC}"/>
                  </a:ext>
                </a:extLst>
              </p:cNvPr>
              <p:cNvSpPr txBox="1"/>
              <p:nvPr/>
            </p:nvSpPr>
            <p:spPr>
              <a:xfrm>
                <a:off x="10266859" y="3153130"/>
                <a:ext cx="703141" cy="335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𝓜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𝐩𝐨𝐬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7F41F74-5123-B037-E32F-932937225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859" y="3153130"/>
                <a:ext cx="703141" cy="335285"/>
              </a:xfrm>
              <a:prstGeom prst="rect">
                <a:avLst/>
              </a:prstGeom>
              <a:blipFill>
                <a:blip r:embed="rId4"/>
                <a:stretch>
                  <a:fillRect l="-6034" r="-2586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DA38849-13D1-190C-2815-12B2700729F7}"/>
              </a:ext>
            </a:extLst>
          </p:cNvPr>
          <p:cNvCxnSpPr>
            <a:cxnSpLocks/>
          </p:cNvCxnSpPr>
          <p:nvPr/>
        </p:nvCxnSpPr>
        <p:spPr>
          <a:xfrm flipV="1">
            <a:off x="4298950" y="3289022"/>
            <a:ext cx="904951" cy="4279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C0952C1-9782-74F9-5E73-2998690683BF}"/>
              </a:ext>
            </a:extLst>
          </p:cNvPr>
          <p:cNvCxnSpPr>
            <a:cxnSpLocks/>
          </p:cNvCxnSpPr>
          <p:nvPr/>
        </p:nvCxnSpPr>
        <p:spPr>
          <a:xfrm>
            <a:off x="4311650" y="3717015"/>
            <a:ext cx="838200" cy="44562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53EE098-5F0A-1314-BFEC-178537FE55A2}"/>
              </a:ext>
            </a:extLst>
          </p:cNvPr>
          <p:cNvCxnSpPr>
            <a:cxnSpLocks/>
          </p:cNvCxnSpPr>
          <p:nvPr/>
        </p:nvCxnSpPr>
        <p:spPr>
          <a:xfrm flipV="1">
            <a:off x="4311650" y="3717015"/>
            <a:ext cx="1121080" cy="8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F8F204C-FBE2-5705-29EB-B977178DF689}"/>
              </a:ext>
            </a:extLst>
          </p:cNvPr>
          <p:cNvCxnSpPr>
            <a:cxnSpLocks/>
          </p:cNvCxnSpPr>
          <p:nvPr/>
        </p:nvCxnSpPr>
        <p:spPr>
          <a:xfrm>
            <a:off x="1063651" y="1436610"/>
            <a:ext cx="936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510F2FC-813F-02BC-70AD-583B842993D8}"/>
                  </a:ext>
                </a:extLst>
              </p:cNvPr>
              <p:cNvSpPr txBox="1"/>
              <p:nvPr/>
            </p:nvSpPr>
            <p:spPr>
              <a:xfrm>
                <a:off x="952501" y="1035441"/>
                <a:ext cx="589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510F2FC-813F-02BC-70AD-583B84299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1" y="1035441"/>
                <a:ext cx="589136" cy="276999"/>
              </a:xfrm>
              <a:prstGeom prst="rect">
                <a:avLst/>
              </a:prstGeom>
              <a:blipFill>
                <a:blip r:embed="rId5"/>
                <a:stretch>
                  <a:fillRect l="-6186" r="-824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5555D7E-3B3B-0F59-894B-EFB414A76BB7}"/>
                  </a:ext>
                </a:extLst>
              </p:cNvPr>
              <p:cNvSpPr txBox="1"/>
              <p:nvPr/>
            </p:nvSpPr>
            <p:spPr>
              <a:xfrm>
                <a:off x="10079608" y="1035441"/>
                <a:ext cx="5891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5555D7E-3B3B-0F59-894B-EFB414A76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9608" y="1035441"/>
                <a:ext cx="589136" cy="276999"/>
              </a:xfrm>
              <a:prstGeom prst="rect">
                <a:avLst/>
              </a:prstGeom>
              <a:blipFill>
                <a:blip r:embed="rId6"/>
                <a:stretch>
                  <a:fillRect l="-6186" r="-824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BB773A2-DBDB-2118-07C2-26811683D0E0}"/>
                  </a:ext>
                </a:extLst>
              </p:cNvPr>
              <p:cNvSpPr txBox="1"/>
              <p:nvPr/>
            </p:nvSpPr>
            <p:spPr>
              <a:xfrm>
                <a:off x="4231884" y="1035139"/>
                <a:ext cx="1595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BB773A2-DBDB-2118-07C2-26811683D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884" y="1035139"/>
                <a:ext cx="159531" cy="276999"/>
              </a:xfrm>
              <a:prstGeom prst="rect">
                <a:avLst/>
              </a:prstGeom>
              <a:blipFill>
                <a:blip r:embed="rId7"/>
                <a:stretch>
                  <a:fillRect l="-26923" r="-26923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F60C07C-1B81-0B5C-09B0-CF65A427D774}"/>
              </a:ext>
            </a:extLst>
          </p:cNvPr>
          <p:cNvCxnSpPr>
            <a:cxnSpLocks/>
          </p:cNvCxnSpPr>
          <p:nvPr/>
        </p:nvCxnSpPr>
        <p:spPr>
          <a:xfrm>
            <a:off x="4286250" y="2056977"/>
            <a:ext cx="0" cy="28800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4519B74-C1ED-8C91-8849-0B8E0FE04772}"/>
                  </a:ext>
                </a:extLst>
              </p:cNvPr>
              <p:cNvSpPr txBox="1"/>
              <p:nvPr/>
            </p:nvSpPr>
            <p:spPr>
              <a:xfrm>
                <a:off x="750881" y="5556335"/>
                <a:ext cx="7032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4519B74-C1ED-8C91-8849-0B8E0FE04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81" y="5556335"/>
                <a:ext cx="703269" cy="276999"/>
              </a:xfrm>
              <a:prstGeom prst="rect">
                <a:avLst/>
              </a:prstGeom>
              <a:blipFill>
                <a:blip r:embed="rId8"/>
                <a:stretch>
                  <a:fillRect l="-3448" r="-862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B89BB5D-A73E-5B79-7BF5-2CB3940E8F7E}"/>
                  </a:ext>
                </a:extLst>
              </p:cNvPr>
              <p:cNvSpPr txBox="1"/>
              <p:nvPr/>
            </p:nvSpPr>
            <p:spPr>
              <a:xfrm>
                <a:off x="9788566" y="5556334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B89BB5D-A73E-5B79-7BF5-2CB3940E8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566" y="5556334"/>
                <a:ext cx="291042" cy="276999"/>
              </a:xfrm>
              <a:prstGeom prst="rect">
                <a:avLst/>
              </a:prstGeom>
              <a:blipFill>
                <a:blip r:embed="rId9"/>
                <a:stretch>
                  <a:fillRect l="-10638" r="-6383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40B627D-DB83-04B8-8CE7-56AF9A4BF939}"/>
                  </a:ext>
                </a:extLst>
              </p:cNvPr>
              <p:cNvSpPr txBox="1"/>
              <p:nvPr/>
            </p:nvSpPr>
            <p:spPr>
              <a:xfrm>
                <a:off x="4175906" y="5556334"/>
                <a:ext cx="2714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40B627D-DB83-04B8-8CE7-56AF9A4BF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906" y="5556334"/>
                <a:ext cx="271485" cy="276999"/>
              </a:xfrm>
              <a:prstGeom prst="rect">
                <a:avLst/>
              </a:prstGeom>
              <a:blipFill>
                <a:blip r:embed="rId10"/>
                <a:stretch>
                  <a:fillRect l="-11111" r="-2222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E3BDAB24-32EC-3F9F-0C70-DCC0B5A0E40E}"/>
              </a:ext>
            </a:extLst>
          </p:cNvPr>
          <p:cNvSpPr txBox="1"/>
          <p:nvPr/>
        </p:nvSpPr>
        <p:spPr>
          <a:xfrm>
            <a:off x="4705624" y="2882821"/>
            <a:ext cx="1216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score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B54E24A-619C-B779-405B-8ADEFDF569E9}"/>
              </a:ext>
            </a:extLst>
          </p:cNvPr>
          <p:cNvSpPr txBox="1"/>
          <p:nvPr/>
        </p:nvSpPr>
        <p:spPr>
          <a:xfrm>
            <a:off x="4425796" y="4190693"/>
            <a:ext cx="16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 score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DEDE860-1C13-609C-F243-755D05E335A5}"/>
              </a:ext>
            </a:extLst>
          </p:cNvPr>
          <p:cNvSpPr txBox="1"/>
          <p:nvPr/>
        </p:nvSpPr>
        <p:spPr>
          <a:xfrm>
            <a:off x="5480511" y="3532349"/>
            <a:ext cx="16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direction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F5BBE38-565C-7761-5C9B-956A0BABB264}"/>
              </a:ext>
            </a:extLst>
          </p:cNvPr>
          <p:cNvCxnSpPr>
            <a:cxnSpLocks/>
          </p:cNvCxnSpPr>
          <p:nvPr/>
        </p:nvCxnSpPr>
        <p:spPr>
          <a:xfrm flipV="1">
            <a:off x="1327076" y="3252153"/>
            <a:ext cx="393700" cy="297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6C97D7F-AAA2-063A-D14C-2FCFA3FB2D39}"/>
              </a:ext>
            </a:extLst>
          </p:cNvPr>
          <p:cNvCxnSpPr>
            <a:cxnSpLocks/>
          </p:cNvCxnSpPr>
          <p:nvPr/>
        </p:nvCxnSpPr>
        <p:spPr>
          <a:xfrm flipV="1">
            <a:off x="1727957" y="3129142"/>
            <a:ext cx="596179" cy="99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E2FC48A-0CA8-7CF4-C270-D7CD7D652DFE}"/>
              </a:ext>
            </a:extLst>
          </p:cNvPr>
          <p:cNvCxnSpPr>
            <a:cxnSpLocks/>
          </p:cNvCxnSpPr>
          <p:nvPr/>
        </p:nvCxnSpPr>
        <p:spPr>
          <a:xfrm>
            <a:off x="2324137" y="3178654"/>
            <a:ext cx="620637" cy="317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DA46C3F8-128C-AE9E-0610-584FDF756301}"/>
              </a:ext>
            </a:extLst>
          </p:cNvPr>
          <p:cNvSpPr txBox="1"/>
          <p:nvPr/>
        </p:nvSpPr>
        <p:spPr>
          <a:xfrm>
            <a:off x="3040567" y="3337563"/>
            <a:ext cx="79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823C788-6BF9-C696-4194-BDE6B9BA35DE}"/>
              </a:ext>
            </a:extLst>
          </p:cNvPr>
          <p:cNvSpPr txBox="1"/>
          <p:nvPr/>
        </p:nvSpPr>
        <p:spPr>
          <a:xfrm>
            <a:off x="6984576" y="3337563"/>
            <a:ext cx="79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2F0FB2B-DA7A-BE7C-46E9-D15EA705D329}"/>
              </a:ext>
            </a:extLst>
          </p:cNvPr>
          <p:cNvCxnSpPr>
            <a:cxnSpLocks/>
          </p:cNvCxnSpPr>
          <p:nvPr/>
        </p:nvCxnSpPr>
        <p:spPr>
          <a:xfrm flipV="1">
            <a:off x="8099017" y="3465923"/>
            <a:ext cx="571832" cy="266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9DE0C794-FF83-6C45-D62C-A060A542A9FB}"/>
              </a:ext>
            </a:extLst>
          </p:cNvPr>
          <p:cNvCxnSpPr>
            <a:cxnSpLocks/>
          </p:cNvCxnSpPr>
          <p:nvPr/>
        </p:nvCxnSpPr>
        <p:spPr>
          <a:xfrm>
            <a:off x="8691576" y="3528840"/>
            <a:ext cx="487753" cy="369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E0DFA50-39D8-387D-C94F-1C897332F193}"/>
              </a:ext>
            </a:extLst>
          </p:cNvPr>
          <p:cNvCxnSpPr>
            <a:cxnSpLocks/>
          </p:cNvCxnSpPr>
          <p:nvPr/>
        </p:nvCxnSpPr>
        <p:spPr>
          <a:xfrm flipV="1">
            <a:off x="9179330" y="3599232"/>
            <a:ext cx="571832" cy="266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51541693-B3DC-AADF-361C-DA4851C2332B}"/>
              </a:ext>
            </a:extLst>
          </p:cNvPr>
          <p:cNvSpPr/>
          <p:nvPr/>
        </p:nvSpPr>
        <p:spPr>
          <a:xfrm>
            <a:off x="4239088" y="3689341"/>
            <a:ext cx="86400" cy="8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C672AA8E-96E2-285A-2A5E-05890DBC403B}"/>
              </a:ext>
            </a:extLst>
          </p:cNvPr>
          <p:cNvSpPr/>
          <p:nvPr/>
        </p:nvSpPr>
        <p:spPr>
          <a:xfrm>
            <a:off x="3781368" y="2432920"/>
            <a:ext cx="895215" cy="2451100"/>
          </a:xfrm>
          <a:custGeom>
            <a:avLst/>
            <a:gdLst>
              <a:gd name="connsiteX0" fmla="*/ 279672 w 895215"/>
              <a:gd name="connsiteY0" fmla="*/ 38100 h 2451100"/>
              <a:gd name="connsiteX1" fmla="*/ 209822 w 895215"/>
              <a:gd name="connsiteY1" fmla="*/ 63500 h 2451100"/>
              <a:gd name="connsiteX2" fmla="*/ 171722 w 895215"/>
              <a:gd name="connsiteY2" fmla="*/ 114300 h 2451100"/>
              <a:gd name="connsiteX3" fmla="*/ 152672 w 895215"/>
              <a:gd name="connsiteY3" fmla="*/ 177800 h 2451100"/>
              <a:gd name="connsiteX4" fmla="*/ 139972 w 895215"/>
              <a:gd name="connsiteY4" fmla="*/ 228600 h 2451100"/>
              <a:gd name="connsiteX5" fmla="*/ 133622 w 895215"/>
              <a:gd name="connsiteY5" fmla="*/ 298450 h 2451100"/>
              <a:gd name="connsiteX6" fmla="*/ 159022 w 895215"/>
              <a:gd name="connsiteY6" fmla="*/ 400050 h 2451100"/>
              <a:gd name="connsiteX7" fmla="*/ 178072 w 895215"/>
              <a:gd name="connsiteY7" fmla="*/ 469900 h 2451100"/>
              <a:gd name="connsiteX8" fmla="*/ 184422 w 895215"/>
              <a:gd name="connsiteY8" fmla="*/ 514350 h 2451100"/>
              <a:gd name="connsiteX9" fmla="*/ 203472 w 895215"/>
              <a:gd name="connsiteY9" fmla="*/ 533400 h 2451100"/>
              <a:gd name="connsiteX10" fmla="*/ 209822 w 895215"/>
              <a:gd name="connsiteY10" fmla="*/ 558800 h 2451100"/>
              <a:gd name="connsiteX11" fmla="*/ 184422 w 895215"/>
              <a:gd name="connsiteY11" fmla="*/ 615950 h 2451100"/>
              <a:gd name="connsiteX12" fmla="*/ 108222 w 895215"/>
              <a:gd name="connsiteY12" fmla="*/ 673100 h 2451100"/>
              <a:gd name="connsiteX13" fmla="*/ 70122 w 895215"/>
              <a:gd name="connsiteY13" fmla="*/ 711200 h 2451100"/>
              <a:gd name="connsiteX14" fmla="*/ 95522 w 895215"/>
              <a:gd name="connsiteY14" fmla="*/ 933450 h 2451100"/>
              <a:gd name="connsiteX15" fmla="*/ 127272 w 895215"/>
              <a:gd name="connsiteY15" fmla="*/ 1028700 h 2451100"/>
              <a:gd name="connsiteX16" fmla="*/ 120922 w 895215"/>
              <a:gd name="connsiteY16" fmla="*/ 1168400 h 2451100"/>
              <a:gd name="connsiteX17" fmla="*/ 95522 w 895215"/>
              <a:gd name="connsiteY17" fmla="*/ 1257300 h 2451100"/>
              <a:gd name="connsiteX18" fmla="*/ 82822 w 895215"/>
              <a:gd name="connsiteY18" fmla="*/ 1320800 h 2451100"/>
              <a:gd name="connsiteX19" fmla="*/ 114572 w 895215"/>
              <a:gd name="connsiteY19" fmla="*/ 1435100 h 2451100"/>
              <a:gd name="connsiteX20" fmla="*/ 127272 w 895215"/>
              <a:gd name="connsiteY20" fmla="*/ 1454150 h 2451100"/>
              <a:gd name="connsiteX21" fmla="*/ 152672 w 895215"/>
              <a:gd name="connsiteY21" fmla="*/ 1587500 h 2451100"/>
              <a:gd name="connsiteX22" fmla="*/ 171722 w 895215"/>
              <a:gd name="connsiteY22" fmla="*/ 1657350 h 2451100"/>
              <a:gd name="connsiteX23" fmla="*/ 235222 w 895215"/>
              <a:gd name="connsiteY23" fmla="*/ 1733550 h 2451100"/>
              <a:gd name="connsiteX24" fmla="*/ 254272 w 895215"/>
              <a:gd name="connsiteY24" fmla="*/ 1758950 h 2451100"/>
              <a:gd name="connsiteX25" fmla="*/ 209822 w 895215"/>
              <a:gd name="connsiteY25" fmla="*/ 1917700 h 2451100"/>
              <a:gd name="connsiteX26" fmla="*/ 127272 w 895215"/>
              <a:gd name="connsiteY26" fmla="*/ 2025650 h 2451100"/>
              <a:gd name="connsiteX27" fmla="*/ 108222 w 895215"/>
              <a:gd name="connsiteY27" fmla="*/ 2038350 h 2451100"/>
              <a:gd name="connsiteX28" fmla="*/ 82822 w 895215"/>
              <a:gd name="connsiteY28" fmla="*/ 2070100 h 2451100"/>
              <a:gd name="connsiteX29" fmla="*/ 76472 w 895215"/>
              <a:gd name="connsiteY29" fmla="*/ 2095500 h 2451100"/>
              <a:gd name="connsiteX30" fmla="*/ 25672 w 895215"/>
              <a:gd name="connsiteY30" fmla="*/ 2152650 h 2451100"/>
              <a:gd name="connsiteX31" fmla="*/ 272 w 895215"/>
              <a:gd name="connsiteY31" fmla="*/ 2260600 h 2451100"/>
              <a:gd name="connsiteX32" fmla="*/ 6622 w 895215"/>
              <a:gd name="connsiteY32" fmla="*/ 2317750 h 2451100"/>
              <a:gd name="connsiteX33" fmla="*/ 70122 w 895215"/>
              <a:gd name="connsiteY33" fmla="*/ 2368550 h 2451100"/>
              <a:gd name="connsiteX34" fmla="*/ 89172 w 895215"/>
              <a:gd name="connsiteY34" fmla="*/ 2381250 h 2451100"/>
              <a:gd name="connsiteX35" fmla="*/ 114572 w 895215"/>
              <a:gd name="connsiteY35" fmla="*/ 2400300 h 2451100"/>
              <a:gd name="connsiteX36" fmla="*/ 146322 w 895215"/>
              <a:gd name="connsiteY36" fmla="*/ 2406650 h 2451100"/>
              <a:gd name="connsiteX37" fmla="*/ 190772 w 895215"/>
              <a:gd name="connsiteY37" fmla="*/ 2425700 h 2451100"/>
              <a:gd name="connsiteX38" fmla="*/ 330472 w 895215"/>
              <a:gd name="connsiteY38" fmla="*/ 2444750 h 2451100"/>
              <a:gd name="connsiteX39" fmla="*/ 387622 w 895215"/>
              <a:gd name="connsiteY39" fmla="*/ 2451100 h 2451100"/>
              <a:gd name="connsiteX40" fmla="*/ 571772 w 895215"/>
              <a:gd name="connsiteY40" fmla="*/ 2425700 h 2451100"/>
              <a:gd name="connsiteX41" fmla="*/ 590822 w 895215"/>
              <a:gd name="connsiteY41" fmla="*/ 2374900 h 2451100"/>
              <a:gd name="connsiteX42" fmla="*/ 628922 w 895215"/>
              <a:gd name="connsiteY42" fmla="*/ 2317750 h 2451100"/>
              <a:gd name="connsiteX43" fmla="*/ 641622 w 895215"/>
              <a:gd name="connsiteY43" fmla="*/ 2279650 h 2451100"/>
              <a:gd name="connsiteX44" fmla="*/ 660672 w 895215"/>
              <a:gd name="connsiteY44" fmla="*/ 2241550 h 2451100"/>
              <a:gd name="connsiteX45" fmla="*/ 673372 w 895215"/>
              <a:gd name="connsiteY45" fmla="*/ 2184400 h 2451100"/>
              <a:gd name="connsiteX46" fmla="*/ 686072 w 895215"/>
              <a:gd name="connsiteY46" fmla="*/ 2139950 h 2451100"/>
              <a:gd name="connsiteX47" fmla="*/ 692422 w 895215"/>
              <a:gd name="connsiteY47" fmla="*/ 2089150 h 2451100"/>
              <a:gd name="connsiteX48" fmla="*/ 698772 w 895215"/>
              <a:gd name="connsiteY48" fmla="*/ 1987550 h 2451100"/>
              <a:gd name="connsiteX49" fmla="*/ 711472 w 895215"/>
              <a:gd name="connsiteY49" fmla="*/ 1943100 h 2451100"/>
              <a:gd name="connsiteX50" fmla="*/ 717822 w 895215"/>
              <a:gd name="connsiteY50" fmla="*/ 1885950 h 2451100"/>
              <a:gd name="connsiteX51" fmla="*/ 749572 w 895215"/>
              <a:gd name="connsiteY51" fmla="*/ 1670050 h 2451100"/>
              <a:gd name="connsiteX52" fmla="*/ 755922 w 895215"/>
              <a:gd name="connsiteY52" fmla="*/ 1638300 h 2451100"/>
              <a:gd name="connsiteX53" fmla="*/ 762272 w 895215"/>
              <a:gd name="connsiteY53" fmla="*/ 1619250 h 2451100"/>
              <a:gd name="connsiteX54" fmla="*/ 768622 w 895215"/>
              <a:gd name="connsiteY54" fmla="*/ 1581150 h 2451100"/>
              <a:gd name="connsiteX55" fmla="*/ 774972 w 895215"/>
              <a:gd name="connsiteY55" fmla="*/ 1555750 h 2451100"/>
              <a:gd name="connsiteX56" fmla="*/ 787672 w 895215"/>
              <a:gd name="connsiteY56" fmla="*/ 1485900 h 2451100"/>
              <a:gd name="connsiteX57" fmla="*/ 794022 w 895215"/>
              <a:gd name="connsiteY57" fmla="*/ 1460500 h 2451100"/>
              <a:gd name="connsiteX58" fmla="*/ 863872 w 895215"/>
              <a:gd name="connsiteY58" fmla="*/ 1377950 h 2451100"/>
              <a:gd name="connsiteX59" fmla="*/ 882922 w 895215"/>
              <a:gd name="connsiteY59" fmla="*/ 1352550 h 2451100"/>
              <a:gd name="connsiteX60" fmla="*/ 863872 w 895215"/>
              <a:gd name="connsiteY60" fmla="*/ 1212850 h 2451100"/>
              <a:gd name="connsiteX61" fmla="*/ 825772 w 895215"/>
              <a:gd name="connsiteY61" fmla="*/ 1193800 h 2451100"/>
              <a:gd name="connsiteX62" fmla="*/ 806722 w 895215"/>
              <a:gd name="connsiteY62" fmla="*/ 1174750 h 2451100"/>
              <a:gd name="connsiteX63" fmla="*/ 743222 w 895215"/>
              <a:gd name="connsiteY63" fmla="*/ 1111250 h 2451100"/>
              <a:gd name="connsiteX64" fmla="*/ 724172 w 895215"/>
              <a:gd name="connsiteY64" fmla="*/ 1016000 h 2451100"/>
              <a:gd name="connsiteX65" fmla="*/ 768622 w 895215"/>
              <a:gd name="connsiteY65" fmla="*/ 895350 h 2451100"/>
              <a:gd name="connsiteX66" fmla="*/ 825772 w 895215"/>
              <a:gd name="connsiteY66" fmla="*/ 806450 h 2451100"/>
              <a:gd name="connsiteX67" fmla="*/ 838472 w 895215"/>
              <a:gd name="connsiteY67" fmla="*/ 768350 h 2451100"/>
              <a:gd name="connsiteX68" fmla="*/ 863872 w 895215"/>
              <a:gd name="connsiteY68" fmla="*/ 730250 h 2451100"/>
              <a:gd name="connsiteX69" fmla="*/ 844822 w 895215"/>
              <a:gd name="connsiteY69" fmla="*/ 514350 h 2451100"/>
              <a:gd name="connsiteX70" fmla="*/ 838472 w 895215"/>
              <a:gd name="connsiteY70" fmla="*/ 482600 h 2451100"/>
              <a:gd name="connsiteX71" fmla="*/ 825772 w 895215"/>
              <a:gd name="connsiteY71" fmla="*/ 444500 h 2451100"/>
              <a:gd name="connsiteX72" fmla="*/ 813072 w 895215"/>
              <a:gd name="connsiteY72" fmla="*/ 412750 h 2451100"/>
              <a:gd name="connsiteX73" fmla="*/ 781322 w 895215"/>
              <a:gd name="connsiteY73" fmla="*/ 381000 h 2451100"/>
              <a:gd name="connsiteX74" fmla="*/ 774972 w 895215"/>
              <a:gd name="connsiteY74" fmla="*/ 355600 h 2451100"/>
              <a:gd name="connsiteX75" fmla="*/ 755922 w 895215"/>
              <a:gd name="connsiteY75" fmla="*/ 349250 h 2451100"/>
              <a:gd name="connsiteX76" fmla="*/ 686072 w 895215"/>
              <a:gd name="connsiteY76" fmla="*/ 304800 h 2451100"/>
              <a:gd name="connsiteX77" fmla="*/ 679722 w 895215"/>
              <a:gd name="connsiteY77" fmla="*/ 266700 h 2451100"/>
              <a:gd name="connsiteX78" fmla="*/ 667022 w 895215"/>
              <a:gd name="connsiteY78" fmla="*/ 50800 h 2451100"/>
              <a:gd name="connsiteX79" fmla="*/ 628922 w 895215"/>
              <a:gd name="connsiteY79" fmla="*/ 38100 h 2451100"/>
              <a:gd name="connsiteX80" fmla="*/ 533672 w 895215"/>
              <a:gd name="connsiteY80" fmla="*/ 0 h 2451100"/>
              <a:gd name="connsiteX81" fmla="*/ 374922 w 895215"/>
              <a:gd name="connsiteY81" fmla="*/ 12700 h 2451100"/>
              <a:gd name="connsiteX82" fmla="*/ 343172 w 895215"/>
              <a:gd name="connsiteY82" fmla="*/ 25400 h 2451100"/>
              <a:gd name="connsiteX83" fmla="*/ 279672 w 895215"/>
              <a:gd name="connsiteY83" fmla="*/ 38100 h 245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95215" h="2451100">
                <a:moveTo>
                  <a:pt x="279672" y="38100"/>
                </a:moveTo>
                <a:cubicBezTo>
                  <a:pt x="257447" y="44450"/>
                  <a:pt x="231981" y="52420"/>
                  <a:pt x="209822" y="63500"/>
                </a:cubicBezTo>
                <a:cubicBezTo>
                  <a:pt x="195131" y="70845"/>
                  <a:pt x="177407" y="102930"/>
                  <a:pt x="171722" y="114300"/>
                </a:cubicBezTo>
                <a:cubicBezTo>
                  <a:pt x="156003" y="145737"/>
                  <a:pt x="160320" y="144657"/>
                  <a:pt x="152672" y="177800"/>
                </a:cubicBezTo>
                <a:cubicBezTo>
                  <a:pt x="148747" y="194807"/>
                  <a:pt x="144205" y="211667"/>
                  <a:pt x="139972" y="228600"/>
                </a:cubicBezTo>
                <a:cubicBezTo>
                  <a:pt x="137855" y="251883"/>
                  <a:pt x="131040" y="275214"/>
                  <a:pt x="133622" y="298450"/>
                </a:cubicBezTo>
                <a:cubicBezTo>
                  <a:pt x="137477" y="333145"/>
                  <a:pt x="151285" y="366009"/>
                  <a:pt x="159022" y="400050"/>
                </a:cubicBezTo>
                <a:cubicBezTo>
                  <a:pt x="174171" y="466707"/>
                  <a:pt x="154459" y="410868"/>
                  <a:pt x="178072" y="469900"/>
                </a:cubicBezTo>
                <a:cubicBezTo>
                  <a:pt x="180189" y="484717"/>
                  <a:pt x="178863" y="500453"/>
                  <a:pt x="184422" y="514350"/>
                </a:cubicBezTo>
                <a:cubicBezTo>
                  <a:pt x="187757" y="522688"/>
                  <a:pt x="199017" y="525603"/>
                  <a:pt x="203472" y="533400"/>
                </a:cubicBezTo>
                <a:cubicBezTo>
                  <a:pt x="207802" y="540977"/>
                  <a:pt x="207705" y="550333"/>
                  <a:pt x="209822" y="558800"/>
                </a:cubicBezTo>
                <a:cubicBezTo>
                  <a:pt x="201355" y="577850"/>
                  <a:pt x="196288" y="598810"/>
                  <a:pt x="184422" y="615950"/>
                </a:cubicBezTo>
                <a:cubicBezTo>
                  <a:pt x="178866" y="623975"/>
                  <a:pt x="109408" y="672096"/>
                  <a:pt x="108222" y="673100"/>
                </a:cubicBezTo>
                <a:cubicBezTo>
                  <a:pt x="94511" y="684701"/>
                  <a:pt x="82822" y="698500"/>
                  <a:pt x="70122" y="711200"/>
                </a:cubicBezTo>
                <a:cubicBezTo>
                  <a:pt x="78589" y="785283"/>
                  <a:pt x="84538" y="859698"/>
                  <a:pt x="95522" y="933450"/>
                </a:cubicBezTo>
                <a:cubicBezTo>
                  <a:pt x="105543" y="1000734"/>
                  <a:pt x="103220" y="992623"/>
                  <a:pt x="127272" y="1028700"/>
                </a:cubicBezTo>
                <a:cubicBezTo>
                  <a:pt x="125155" y="1075267"/>
                  <a:pt x="127335" y="1122228"/>
                  <a:pt x="120922" y="1168400"/>
                </a:cubicBezTo>
                <a:cubicBezTo>
                  <a:pt x="116682" y="1198926"/>
                  <a:pt x="102997" y="1227401"/>
                  <a:pt x="95522" y="1257300"/>
                </a:cubicBezTo>
                <a:cubicBezTo>
                  <a:pt x="86049" y="1295191"/>
                  <a:pt x="90607" y="1274092"/>
                  <a:pt x="82822" y="1320800"/>
                </a:cubicBezTo>
                <a:cubicBezTo>
                  <a:pt x="93405" y="1358900"/>
                  <a:pt x="102068" y="1397587"/>
                  <a:pt x="114572" y="1435100"/>
                </a:cubicBezTo>
                <a:cubicBezTo>
                  <a:pt x="116985" y="1442340"/>
                  <a:pt x="126193" y="1446595"/>
                  <a:pt x="127272" y="1454150"/>
                </a:cubicBezTo>
                <a:cubicBezTo>
                  <a:pt x="146675" y="1589971"/>
                  <a:pt x="103685" y="1538513"/>
                  <a:pt x="152672" y="1587500"/>
                </a:cubicBezTo>
                <a:cubicBezTo>
                  <a:pt x="156221" y="1601695"/>
                  <a:pt x="168170" y="1650689"/>
                  <a:pt x="171722" y="1657350"/>
                </a:cubicBezTo>
                <a:cubicBezTo>
                  <a:pt x="197427" y="1705547"/>
                  <a:pt x="205931" y="1700074"/>
                  <a:pt x="235222" y="1733550"/>
                </a:cubicBezTo>
                <a:cubicBezTo>
                  <a:pt x="242191" y="1741515"/>
                  <a:pt x="247922" y="1750483"/>
                  <a:pt x="254272" y="1758950"/>
                </a:cubicBezTo>
                <a:cubicBezTo>
                  <a:pt x="239455" y="1811867"/>
                  <a:pt x="228111" y="1865881"/>
                  <a:pt x="209822" y="1917700"/>
                </a:cubicBezTo>
                <a:cubicBezTo>
                  <a:pt x="196400" y="1955728"/>
                  <a:pt x="160561" y="2003457"/>
                  <a:pt x="127272" y="2025650"/>
                </a:cubicBezTo>
                <a:cubicBezTo>
                  <a:pt x="120922" y="2029883"/>
                  <a:pt x="113618" y="2032954"/>
                  <a:pt x="108222" y="2038350"/>
                </a:cubicBezTo>
                <a:cubicBezTo>
                  <a:pt x="98638" y="2047934"/>
                  <a:pt x="91289" y="2059517"/>
                  <a:pt x="82822" y="2070100"/>
                </a:cubicBezTo>
                <a:cubicBezTo>
                  <a:pt x="80705" y="2078567"/>
                  <a:pt x="80375" y="2087694"/>
                  <a:pt x="76472" y="2095500"/>
                </a:cubicBezTo>
                <a:cubicBezTo>
                  <a:pt x="67129" y="2114187"/>
                  <a:pt x="38478" y="2139844"/>
                  <a:pt x="25672" y="2152650"/>
                </a:cubicBezTo>
                <a:cubicBezTo>
                  <a:pt x="8639" y="2195232"/>
                  <a:pt x="3029" y="2202698"/>
                  <a:pt x="272" y="2260600"/>
                </a:cubicBezTo>
                <a:cubicBezTo>
                  <a:pt x="-640" y="2279746"/>
                  <a:pt x="561" y="2299566"/>
                  <a:pt x="6622" y="2317750"/>
                </a:cubicBezTo>
                <a:cubicBezTo>
                  <a:pt x="22787" y="2366245"/>
                  <a:pt x="32154" y="2351675"/>
                  <a:pt x="70122" y="2368550"/>
                </a:cubicBezTo>
                <a:cubicBezTo>
                  <a:pt x="77096" y="2371650"/>
                  <a:pt x="82962" y="2376814"/>
                  <a:pt x="89172" y="2381250"/>
                </a:cubicBezTo>
                <a:cubicBezTo>
                  <a:pt x="97784" y="2387401"/>
                  <a:pt x="104901" y="2396002"/>
                  <a:pt x="114572" y="2400300"/>
                </a:cubicBezTo>
                <a:cubicBezTo>
                  <a:pt x="124435" y="2404683"/>
                  <a:pt x="135739" y="2404533"/>
                  <a:pt x="146322" y="2406650"/>
                </a:cubicBezTo>
                <a:cubicBezTo>
                  <a:pt x="161139" y="2413000"/>
                  <a:pt x="175307" y="2421151"/>
                  <a:pt x="190772" y="2425700"/>
                </a:cubicBezTo>
                <a:cubicBezTo>
                  <a:pt x="242340" y="2440867"/>
                  <a:pt x="276361" y="2439597"/>
                  <a:pt x="330472" y="2444750"/>
                </a:cubicBezTo>
                <a:cubicBezTo>
                  <a:pt x="349553" y="2446567"/>
                  <a:pt x="368572" y="2448983"/>
                  <a:pt x="387622" y="2451100"/>
                </a:cubicBezTo>
                <a:cubicBezTo>
                  <a:pt x="449005" y="2442633"/>
                  <a:pt x="512265" y="2442976"/>
                  <a:pt x="571772" y="2425700"/>
                </a:cubicBezTo>
                <a:cubicBezTo>
                  <a:pt x="578486" y="2423751"/>
                  <a:pt x="585842" y="2383615"/>
                  <a:pt x="590822" y="2374900"/>
                </a:cubicBezTo>
                <a:cubicBezTo>
                  <a:pt x="616879" y="2329300"/>
                  <a:pt x="604892" y="2370617"/>
                  <a:pt x="628922" y="2317750"/>
                </a:cubicBezTo>
                <a:cubicBezTo>
                  <a:pt x="634462" y="2305563"/>
                  <a:pt x="636473" y="2292007"/>
                  <a:pt x="641622" y="2279650"/>
                </a:cubicBezTo>
                <a:cubicBezTo>
                  <a:pt x="647083" y="2266543"/>
                  <a:pt x="655399" y="2254733"/>
                  <a:pt x="660672" y="2241550"/>
                </a:cubicBezTo>
                <a:cubicBezTo>
                  <a:pt x="665018" y="2230686"/>
                  <a:pt x="671026" y="2193783"/>
                  <a:pt x="673372" y="2184400"/>
                </a:cubicBezTo>
                <a:cubicBezTo>
                  <a:pt x="677109" y="2169451"/>
                  <a:pt x="681839" y="2154767"/>
                  <a:pt x="686072" y="2139950"/>
                </a:cubicBezTo>
                <a:cubicBezTo>
                  <a:pt x="688189" y="2123017"/>
                  <a:pt x="691005" y="2106156"/>
                  <a:pt x="692422" y="2089150"/>
                </a:cubicBezTo>
                <a:cubicBezTo>
                  <a:pt x="695240" y="2055334"/>
                  <a:pt x="694383" y="2021198"/>
                  <a:pt x="698772" y="1987550"/>
                </a:cubicBezTo>
                <a:cubicBezTo>
                  <a:pt x="700765" y="1972270"/>
                  <a:pt x="707239" y="1957917"/>
                  <a:pt x="711472" y="1943100"/>
                </a:cubicBezTo>
                <a:cubicBezTo>
                  <a:pt x="713589" y="1924050"/>
                  <a:pt x="716388" y="1905064"/>
                  <a:pt x="717822" y="1885950"/>
                </a:cubicBezTo>
                <a:cubicBezTo>
                  <a:pt x="733433" y="1677806"/>
                  <a:pt x="683709" y="1735913"/>
                  <a:pt x="749572" y="1670050"/>
                </a:cubicBezTo>
                <a:cubicBezTo>
                  <a:pt x="751689" y="1659467"/>
                  <a:pt x="753304" y="1648771"/>
                  <a:pt x="755922" y="1638300"/>
                </a:cubicBezTo>
                <a:cubicBezTo>
                  <a:pt x="757545" y="1631806"/>
                  <a:pt x="760820" y="1625784"/>
                  <a:pt x="762272" y="1619250"/>
                </a:cubicBezTo>
                <a:cubicBezTo>
                  <a:pt x="765065" y="1606681"/>
                  <a:pt x="766097" y="1593775"/>
                  <a:pt x="768622" y="1581150"/>
                </a:cubicBezTo>
                <a:cubicBezTo>
                  <a:pt x="770334" y="1572592"/>
                  <a:pt x="773260" y="1564308"/>
                  <a:pt x="774972" y="1555750"/>
                </a:cubicBezTo>
                <a:cubicBezTo>
                  <a:pt x="779613" y="1532545"/>
                  <a:pt x="783031" y="1509105"/>
                  <a:pt x="787672" y="1485900"/>
                </a:cubicBezTo>
                <a:cubicBezTo>
                  <a:pt x="789384" y="1477342"/>
                  <a:pt x="789448" y="1467933"/>
                  <a:pt x="794022" y="1460500"/>
                </a:cubicBezTo>
                <a:cubicBezTo>
                  <a:pt x="834731" y="1394348"/>
                  <a:pt x="826910" y="1420192"/>
                  <a:pt x="863872" y="1377950"/>
                </a:cubicBezTo>
                <a:cubicBezTo>
                  <a:pt x="870841" y="1369985"/>
                  <a:pt x="876572" y="1361017"/>
                  <a:pt x="882922" y="1352550"/>
                </a:cubicBezTo>
                <a:cubicBezTo>
                  <a:pt x="900130" y="1300927"/>
                  <a:pt x="903783" y="1300654"/>
                  <a:pt x="863872" y="1212850"/>
                </a:cubicBezTo>
                <a:cubicBezTo>
                  <a:pt x="857996" y="1199924"/>
                  <a:pt x="837586" y="1201676"/>
                  <a:pt x="825772" y="1193800"/>
                </a:cubicBezTo>
                <a:cubicBezTo>
                  <a:pt x="818300" y="1188819"/>
                  <a:pt x="813480" y="1180664"/>
                  <a:pt x="806722" y="1174750"/>
                </a:cubicBezTo>
                <a:cubicBezTo>
                  <a:pt x="751757" y="1126656"/>
                  <a:pt x="796219" y="1174847"/>
                  <a:pt x="743222" y="1111250"/>
                </a:cubicBezTo>
                <a:cubicBezTo>
                  <a:pt x="732272" y="1078399"/>
                  <a:pt x="720817" y="1052905"/>
                  <a:pt x="724172" y="1016000"/>
                </a:cubicBezTo>
                <a:cubicBezTo>
                  <a:pt x="732266" y="926961"/>
                  <a:pt x="735334" y="952415"/>
                  <a:pt x="768622" y="895350"/>
                </a:cubicBezTo>
                <a:cubicBezTo>
                  <a:pt x="818525" y="809802"/>
                  <a:pt x="747271" y="911118"/>
                  <a:pt x="825772" y="806450"/>
                </a:cubicBezTo>
                <a:cubicBezTo>
                  <a:pt x="830005" y="793750"/>
                  <a:pt x="832485" y="780324"/>
                  <a:pt x="838472" y="768350"/>
                </a:cubicBezTo>
                <a:cubicBezTo>
                  <a:pt x="845298" y="754698"/>
                  <a:pt x="863491" y="745509"/>
                  <a:pt x="863872" y="730250"/>
                </a:cubicBezTo>
                <a:cubicBezTo>
                  <a:pt x="865678" y="658026"/>
                  <a:pt x="852193" y="586219"/>
                  <a:pt x="844822" y="514350"/>
                </a:cubicBezTo>
                <a:cubicBezTo>
                  <a:pt x="843721" y="503613"/>
                  <a:pt x="841312" y="493013"/>
                  <a:pt x="838472" y="482600"/>
                </a:cubicBezTo>
                <a:cubicBezTo>
                  <a:pt x="834950" y="469685"/>
                  <a:pt x="830347" y="457081"/>
                  <a:pt x="825772" y="444500"/>
                </a:cubicBezTo>
                <a:cubicBezTo>
                  <a:pt x="821877" y="433788"/>
                  <a:pt x="819609" y="422088"/>
                  <a:pt x="813072" y="412750"/>
                </a:cubicBezTo>
                <a:cubicBezTo>
                  <a:pt x="804489" y="400488"/>
                  <a:pt x="791905" y="391583"/>
                  <a:pt x="781322" y="381000"/>
                </a:cubicBezTo>
                <a:cubicBezTo>
                  <a:pt x="779205" y="372533"/>
                  <a:pt x="780424" y="362415"/>
                  <a:pt x="774972" y="355600"/>
                </a:cubicBezTo>
                <a:cubicBezTo>
                  <a:pt x="770791" y="350373"/>
                  <a:pt x="761734" y="352571"/>
                  <a:pt x="755922" y="349250"/>
                </a:cubicBezTo>
                <a:cubicBezTo>
                  <a:pt x="731960" y="335558"/>
                  <a:pt x="709355" y="319617"/>
                  <a:pt x="686072" y="304800"/>
                </a:cubicBezTo>
                <a:cubicBezTo>
                  <a:pt x="683955" y="292100"/>
                  <a:pt x="680685" y="279539"/>
                  <a:pt x="679722" y="266700"/>
                </a:cubicBezTo>
                <a:cubicBezTo>
                  <a:pt x="674330" y="194811"/>
                  <a:pt x="682661" y="121174"/>
                  <a:pt x="667022" y="50800"/>
                </a:cubicBezTo>
                <a:cubicBezTo>
                  <a:pt x="664118" y="37732"/>
                  <a:pt x="641457" y="42800"/>
                  <a:pt x="628922" y="38100"/>
                </a:cubicBezTo>
                <a:cubicBezTo>
                  <a:pt x="563028" y="13390"/>
                  <a:pt x="594745" y="26174"/>
                  <a:pt x="533672" y="0"/>
                </a:cubicBezTo>
                <a:cubicBezTo>
                  <a:pt x="480755" y="4233"/>
                  <a:pt x="427542" y="5684"/>
                  <a:pt x="374922" y="12700"/>
                </a:cubicBezTo>
                <a:cubicBezTo>
                  <a:pt x="363623" y="14206"/>
                  <a:pt x="353845" y="21398"/>
                  <a:pt x="343172" y="25400"/>
                </a:cubicBezTo>
                <a:cubicBezTo>
                  <a:pt x="324952" y="32232"/>
                  <a:pt x="301897" y="31750"/>
                  <a:pt x="279672" y="38100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scene3d>
            <a:camera prst="isometricLeft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56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76F3-1950-E1CD-5469-1A005D60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5593739-1C46-C43D-9558-25B4F39AF57B}"/>
              </a:ext>
            </a:extLst>
          </p:cNvPr>
          <p:cNvSpPr/>
          <p:nvPr/>
        </p:nvSpPr>
        <p:spPr>
          <a:xfrm>
            <a:off x="8877684" y="2882821"/>
            <a:ext cx="2625570" cy="2623138"/>
          </a:xfrm>
          <a:custGeom>
            <a:avLst/>
            <a:gdLst>
              <a:gd name="connsiteX0" fmla="*/ 668182 w 2281520"/>
              <a:gd name="connsiteY0" fmla="*/ 520262 h 2623138"/>
              <a:gd name="connsiteX1" fmla="*/ 641906 w 2281520"/>
              <a:gd name="connsiteY1" fmla="*/ 536028 h 2623138"/>
              <a:gd name="connsiteX2" fmla="*/ 594610 w 2281520"/>
              <a:gd name="connsiteY2" fmla="*/ 572814 h 2623138"/>
              <a:gd name="connsiteX3" fmla="*/ 578844 w 2281520"/>
              <a:gd name="connsiteY3" fmla="*/ 578069 h 2623138"/>
              <a:gd name="connsiteX4" fmla="*/ 542058 w 2281520"/>
              <a:gd name="connsiteY4" fmla="*/ 599090 h 2623138"/>
              <a:gd name="connsiteX5" fmla="*/ 500017 w 2281520"/>
              <a:gd name="connsiteY5" fmla="*/ 609600 h 2623138"/>
              <a:gd name="connsiteX6" fmla="*/ 463231 w 2281520"/>
              <a:gd name="connsiteY6" fmla="*/ 625365 h 2623138"/>
              <a:gd name="connsiteX7" fmla="*/ 394913 w 2281520"/>
              <a:gd name="connsiteY7" fmla="*/ 635876 h 2623138"/>
              <a:gd name="connsiteX8" fmla="*/ 363382 w 2281520"/>
              <a:gd name="connsiteY8" fmla="*/ 651641 h 2623138"/>
              <a:gd name="connsiteX9" fmla="*/ 342362 w 2281520"/>
              <a:gd name="connsiteY9" fmla="*/ 656896 h 2623138"/>
              <a:gd name="connsiteX10" fmla="*/ 284555 w 2281520"/>
              <a:gd name="connsiteY10" fmla="*/ 693683 h 2623138"/>
              <a:gd name="connsiteX11" fmla="*/ 263534 w 2281520"/>
              <a:gd name="connsiteY11" fmla="*/ 714703 h 2623138"/>
              <a:gd name="connsiteX12" fmla="*/ 232003 w 2281520"/>
              <a:gd name="connsiteY12" fmla="*/ 756745 h 2623138"/>
              <a:gd name="connsiteX13" fmla="*/ 184706 w 2281520"/>
              <a:gd name="connsiteY13" fmla="*/ 861848 h 2623138"/>
              <a:gd name="connsiteX14" fmla="*/ 200472 w 2281520"/>
              <a:gd name="connsiteY14" fmla="*/ 1166648 h 2623138"/>
              <a:gd name="connsiteX15" fmla="*/ 253024 w 2281520"/>
              <a:gd name="connsiteY15" fmla="*/ 1245476 h 2623138"/>
              <a:gd name="connsiteX16" fmla="*/ 289810 w 2281520"/>
              <a:gd name="connsiteY16" fmla="*/ 1266496 h 2623138"/>
              <a:gd name="connsiteX17" fmla="*/ 268789 w 2281520"/>
              <a:gd name="connsiteY17" fmla="*/ 1382110 h 2623138"/>
              <a:gd name="connsiteX18" fmla="*/ 253024 w 2281520"/>
              <a:gd name="connsiteY18" fmla="*/ 1445172 h 2623138"/>
              <a:gd name="connsiteX19" fmla="*/ 147920 w 2281520"/>
              <a:gd name="connsiteY19" fmla="*/ 1581807 h 2623138"/>
              <a:gd name="connsiteX20" fmla="*/ 74348 w 2281520"/>
              <a:gd name="connsiteY20" fmla="*/ 1655379 h 2623138"/>
              <a:gd name="connsiteX21" fmla="*/ 42817 w 2281520"/>
              <a:gd name="connsiteY21" fmla="*/ 1702676 h 2623138"/>
              <a:gd name="connsiteX22" fmla="*/ 6031 w 2281520"/>
              <a:gd name="connsiteY22" fmla="*/ 1813034 h 2623138"/>
              <a:gd name="connsiteX23" fmla="*/ 775 w 2281520"/>
              <a:gd name="connsiteY23" fmla="*/ 1886607 h 2623138"/>
              <a:gd name="connsiteX24" fmla="*/ 11286 w 2281520"/>
              <a:gd name="connsiteY24" fmla="*/ 2159876 h 2623138"/>
              <a:gd name="connsiteX25" fmla="*/ 32306 w 2281520"/>
              <a:gd name="connsiteY25" fmla="*/ 2259724 h 2623138"/>
              <a:gd name="connsiteX26" fmla="*/ 48072 w 2281520"/>
              <a:gd name="connsiteY26" fmla="*/ 2296510 h 2623138"/>
              <a:gd name="connsiteX27" fmla="*/ 189962 w 2281520"/>
              <a:gd name="connsiteY27" fmla="*/ 2427890 h 2623138"/>
              <a:gd name="connsiteX28" fmla="*/ 253024 w 2281520"/>
              <a:gd name="connsiteY28" fmla="*/ 2459421 h 2623138"/>
              <a:gd name="connsiteX29" fmla="*/ 300320 w 2281520"/>
              <a:gd name="connsiteY29" fmla="*/ 2485696 h 2623138"/>
              <a:gd name="connsiteX30" fmla="*/ 363382 w 2281520"/>
              <a:gd name="connsiteY30" fmla="*/ 2527738 h 2623138"/>
              <a:gd name="connsiteX31" fmla="*/ 489506 w 2281520"/>
              <a:gd name="connsiteY31" fmla="*/ 2564524 h 2623138"/>
              <a:gd name="connsiteX32" fmla="*/ 620886 w 2281520"/>
              <a:gd name="connsiteY32" fmla="*/ 2596055 h 2623138"/>
              <a:gd name="connsiteX33" fmla="*/ 888900 w 2281520"/>
              <a:gd name="connsiteY33" fmla="*/ 2606565 h 2623138"/>
              <a:gd name="connsiteX34" fmla="*/ 1067575 w 2281520"/>
              <a:gd name="connsiteY34" fmla="*/ 2622331 h 2623138"/>
              <a:gd name="connsiteX35" fmla="*/ 1482734 w 2281520"/>
              <a:gd name="connsiteY35" fmla="*/ 2580290 h 2623138"/>
              <a:gd name="connsiteX36" fmla="*/ 1619369 w 2281520"/>
              <a:gd name="connsiteY36" fmla="*/ 2433145 h 2623138"/>
              <a:gd name="connsiteX37" fmla="*/ 1635134 w 2281520"/>
              <a:gd name="connsiteY37" fmla="*/ 2349062 h 2623138"/>
              <a:gd name="connsiteX38" fmla="*/ 1677175 w 2281520"/>
              <a:gd name="connsiteY38" fmla="*/ 2254469 h 2623138"/>
              <a:gd name="connsiteX39" fmla="*/ 1677175 w 2281520"/>
              <a:gd name="connsiteY39" fmla="*/ 1897117 h 2623138"/>
              <a:gd name="connsiteX40" fmla="*/ 1640389 w 2281520"/>
              <a:gd name="connsiteY40" fmla="*/ 1844565 h 2623138"/>
              <a:gd name="connsiteX41" fmla="*/ 1572072 w 2281520"/>
              <a:gd name="connsiteY41" fmla="*/ 1781503 h 2623138"/>
              <a:gd name="connsiteX42" fmla="*/ 1367120 w 2281520"/>
              <a:gd name="connsiteY42" fmla="*/ 1718441 h 2623138"/>
              <a:gd name="connsiteX43" fmla="*/ 1335589 w 2281520"/>
              <a:gd name="connsiteY43" fmla="*/ 1692165 h 2623138"/>
              <a:gd name="connsiteX44" fmla="*/ 1314569 w 2281520"/>
              <a:gd name="connsiteY44" fmla="*/ 1660634 h 2623138"/>
              <a:gd name="connsiteX45" fmla="*/ 1283037 w 2281520"/>
              <a:gd name="connsiteY45" fmla="*/ 1618593 h 2623138"/>
              <a:gd name="connsiteX46" fmla="*/ 1256762 w 2281520"/>
              <a:gd name="connsiteY46" fmla="*/ 1476703 h 2623138"/>
              <a:gd name="connsiteX47" fmla="*/ 1262017 w 2281520"/>
              <a:gd name="connsiteY47" fmla="*/ 1298028 h 2623138"/>
              <a:gd name="connsiteX48" fmla="*/ 1493244 w 2281520"/>
              <a:gd name="connsiteY48" fmla="*/ 1103586 h 2623138"/>
              <a:gd name="connsiteX49" fmla="*/ 1719217 w 2281520"/>
              <a:gd name="connsiteY49" fmla="*/ 1014248 h 2623138"/>
              <a:gd name="connsiteX50" fmla="*/ 1829575 w 2281520"/>
              <a:gd name="connsiteY50" fmla="*/ 982717 h 2623138"/>
              <a:gd name="connsiteX51" fmla="*/ 2008251 w 2281520"/>
              <a:gd name="connsiteY51" fmla="*/ 961696 h 2623138"/>
              <a:gd name="connsiteX52" fmla="*/ 2165906 w 2281520"/>
              <a:gd name="connsiteY52" fmla="*/ 930165 h 2623138"/>
              <a:gd name="connsiteX53" fmla="*/ 2260500 w 2281520"/>
              <a:gd name="connsiteY53" fmla="*/ 793531 h 2623138"/>
              <a:gd name="connsiteX54" fmla="*/ 2281520 w 2281520"/>
              <a:gd name="connsiteY54" fmla="*/ 625365 h 2623138"/>
              <a:gd name="connsiteX55" fmla="*/ 2249989 w 2281520"/>
              <a:gd name="connsiteY55" fmla="*/ 409903 h 2623138"/>
              <a:gd name="connsiteX56" fmla="*/ 2165906 w 2281520"/>
              <a:gd name="connsiteY56" fmla="*/ 289034 h 2623138"/>
              <a:gd name="connsiteX57" fmla="*/ 1918913 w 2281520"/>
              <a:gd name="connsiteY57" fmla="*/ 84083 h 2623138"/>
              <a:gd name="connsiteX58" fmla="*/ 1514265 w 2281520"/>
              <a:gd name="connsiteY58" fmla="*/ 0 h 2623138"/>
              <a:gd name="connsiteX59" fmla="*/ 1109617 w 2281520"/>
              <a:gd name="connsiteY59" fmla="*/ 10510 h 2623138"/>
              <a:gd name="connsiteX60" fmla="*/ 1078086 w 2281520"/>
              <a:gd name="connsiteY60" fmla="*/ 15765 h 2623138"/>
              <a:gd name="connsiteX61" fmla="*/ 1036044 w 2281520"/>
              <a:gd name="connsiteY61" fmla="*/ 21021 h 2623138"/>
              <a:gd name="connsiteX62" fmla="*/ 925686 w 2281520"/>
              <a:gd name="connsiteY62" fmla="*/ 63062 h 2623138"/>
              <a:gd name="connsiteX63" fmla="*/ 862624 w 2281520"/>
              <a:gd name="connsiteY63" fmla="*/ 89338 h 2623138"/>
              <a:gd name="connsiteX64" fmla="*/ 836348 w 2281520"/>
              <a:gd name="connsiteY64" fmla="*/ 110359 h 2623138"/>
              <a:gd name="connsiteX65" fmla="*/ 825837 w 2281520"/>
              <a:gd name="connsiteY65" fmla="*/ 120869 h 2623138"/>
              <a:gd name="connsiteX66" fmla="*/ 799562 w 2281520"/>
              <a:gd name="connsiteY66" fmla="*/ 126124 h 2623138"/>
              <a:gd name="connsiteX67" fmla="*/ 768031 w 2281520"/>
              <a:gd name="connsiteY67" fmla="*/ 162910 h 2623138"/>
              <a:gd name="connsiteX68" fmla="*/ 752265 w 2281520"/>
              <a:gd name="connsiteY68" fmla="*/ 189186 h 2623138"/>
              <a:gd name="connsiteX69" fmla="*/ 736500 w 2281520"/>
              <a:gd name="connsiteY69" fmla="*/ 204952 h 2623138"/>
              <a:gd name="connsiteX70" fmla="*/ 720734 w 2281520"/>
              <a:gd name="connsiteY70" fmla="*/ 231228 h 2623138"/>
              <a:gd name="connsiteX71" fmla="*/ 699713 w 2281520"/>
              <a:gd name="connsiteY71" fmla="*/ 257503 h 2623138"/>
              <a:gd name="connsiteX72" fmla="*/ 673437 w 2281520"/>
              <a:gd name="connsiteY72" fmla="*/ 294290 h 2623138"/>
              <a:gd name="connsiteX73" fmla="*/ 662927 w 2281520"/>
              <a:gd name="connsiteY73" fmla="*/ 325821 h 2623138"/>
              <a:gd name="connsiteX74" fmla="*/ 641906 w 2281520"/>
              <a:gd name="connsiteY74" fmla="*/ 404648 h 2623138"/>
              <a:gd name="connsiteX75" fmla="*/ 668182 w 2281520"/>
              <a:gd name="connsiteY75" fmla="*/ 520262 h 2623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281520" h="2623138">
                <a:moveTo>
                  <a:pt x="668182" y="520262"/>
                </a:moveTo>
                <a:cubicBezTo>
                  <a:pt x="668182" y="542159"/>
                  <a:pt x="650167" y="530020"/>
                  <a:pt x="641906" y="536028"/>
                </a:cubicBezTo>
                <a:cubicBezTo>
                  <a:pt x="631687" y="543460"/>
                  <a:pt x="609679" y="565279"/>
                  <a:pt x="594610" y="572814"/>
                </a:cubicBezTo>
                <a:cubicBezTo>
                  <a:pt x="589655" y="575291"/>
                  <a:pt x="583799" y="575592"/>
                  <a:pt x="578844" y="578069"/>
                </a:cubicBezTo>
                <a:cubicBezTo>
                  <a:pt x="566212" y="584385"/>
                  <a:pt x="555171" y="593845"/>
                  <a:pt x="542058" y="599090"/>
                </a:cubicBezTo>
                <a:cubicBezTo>
                  <a:pt x="528646" y="604455"/>
                  <a:pt x="513721" y="605032"/>
                  <a:pt x="500017" y="609600"/>
                </a:cubicBezTo>
                <a:cubicBezTo>
                  <a:pt x="487361" y="613819"/>
                  <a:pt x="475982" y="621442"/>
                  <a:pt x="463231" y="625365"/>
                </a:cubicBezTo>
                <a:cubicBezTo>
                  <a:pt x="456903" y="627312"/>
                  <a:pt x="398746" y="635328"/>
                  <a:pt x="394913" y="635876"/>
                </a:cubicBezTo>
                <a:cubicBezTo>
                  <a:pt x="384403" y="641131"/>
                  <a:pt x="374292" y="647277"/>
                  <a:pt x="363382" y="651641"/>
                </a:cubicBezTo>
                <a:cubicBezTo>
                  <a:pt x="356676" y="654323"/>
                  <a:pt x="348735" y="653497"/>
                  <a:pt x="342362" y="656896"/>
                </a:cubicBezTo>
                <a:cubicBezTo>
                  <a:pt x="322209" y="667644"/>
                  <a:pt x="302973" y="680176"/>
                  <a:pt x="284555" y="693683"/>
                </a:cubicBezTo>
                <a:cubicBezTo>
                  <a:pt x="276564" y="699543"/>
                  <a:pt x="269878" y="707091"/>
                  <a:pt x="263534" y="714703"/>
                </a:cubicBezTo>
                <a:cubicBezTo>
                  <a:pt x="252320" y="728160"/>
                  <a:pt x="241137" y="741798"/>
                  <a:pt x="232003" y="756745"/>
                </a:cubicBezTo>
                <a:cubicBezTo>
                  <a:pt x="211905" y="789633"/>
                  <a:pt x="198921" y="826311"/>
                  <a:pt x="184706" y="861848"/>
                </a:cubicBezTo>
                <a:cubicBezTo>
                  <a:pt x="178237" y="952415"/>
                  <a:pt x="163690" y="1100439"/>
                  <a:pt x="200472" y="1166648"/>
                </a:cubicBezTo>
                <a:cubicBezTo>
                  <a:pt x="214481" y="1191864"/>
                  <a:pt x="229548" y="1225913"/>
                  <a:pt x="253024" y="1245476"/>
                </a:cubicBezTo>
                <a:cubicBezTo>
                  <a:pt x="263873" y="1254517"/>
                  <a:pt x="277548" y="1259489"/>
                  <a:pt x="289810" y="1266496"/>
                </a:cubicBezTo>
                <a:cubicBezTo>
                  <a:pt x="301369" y="1324291"/>
                  <a:pt x="296834" y="1280446"/>
                  <a:pt x="268789" y="1382110"/>
                </a:cubicBezTo>
                <a:cubicBezTo>
                  <a:pt x="263027" y="1402997"/>
                  <a:pt x="262714" y="1425792"/>
                  <a:pt x="253024" y="1445172"/>
                </a:cubicBezTo>
                <a:cubicBezTo>
                  <a:pt x="231912" y="1487396"/>
                  <a:pt x="183293" y="1546434"/>
                  <a:pt x="147920" y="1581807"/>
                </a:cubicBezTo>
                <a:cubicBezTo>
                  <a:pt x="98568" y="1631159"/>
                  <a:pt x="113797" y="1602780"/>
                  <a:pt x="74348" y="1655379"/>
                </a:cubicBezTo>
                <a:cubicBezTo>
                  <a:pt x="62979" y="1670537"/>
                  <a:pt x="50351" y="1685290"/>
                  <a:pt x="42817" y="1702676"/>
                </a:cubicBezTo>
                <a:cubicBezTo>
                  <a:pt x="27399" y="1738255"/>
                  <a:pt x="6031" y="1813034"/>
                  <a:pt x="6031" y="1813034"/>
                </a:cubicBezTo>
                <a:cubicBezTo>
                  <a:pt x="4279" y="1837558"/>
                  <a:pt x="775" y="1862020"/>
                  <a:pt x="775" y="1886607"/>
                </a:cubicBezTo>
                <a:cubicBezTo>
                  <a:pt x="775" y="2146203"/>
                  <a:pt x="-4250" y="2043350"/>
                  <a:pt x="11286" y="2159876"/>
                </a:cubicBezTo>
                <a:cubicBezTo>
                  <a:pt x="17836" y="2209005"/>
                  <a:pt x="14497" y="2206296"/>
                  <a:pt x="32306" y="2259724"/>
                </a:cubicBezTo>
                <a:cubicBezTo>
                  <a:pt x="36525" y="2272380"/>
                  <a:pt x="40068" y="2285837"/>
                  <a:pt x="48072" y="2296510"/>
                </a:cubicBezTo>
                <a:cubicBezTo>
                  <a:pt x="82775" y="2342781"/>
                  <a:pt x="142507" y="2396253"/>
                  <a:pt x="189962" y="2427890"/>
                </a:cubicBezTo>
                <a:cubicBezTo>
                  <a:pt x="209517" y="2440926"/>
                  <a:pt x="232205" y="2448516"/>
                  <a:pt x="253024" y="2459421"/>
                </a:cubicBezTo>
                <a:cubicBezTo>
                  <a:pt x="269000" y="2467789"/>
                  <a:pt x="284986" y="2476203"/>
                  <a:pt x="300320" y="2485696"/>
                </a:cubicBezTo>
                <a:cubicBezTo>
                  <a:pt x="321801" y="2498994"/>
                  <a:pt x="340984" y="2516052"/>
                  <a:pt x="363382" y="2527738"/>
                </a:cubicBezTo>
                <a:cubicBezTo>
                  <a:pt x="418383" y="2556435"/>
                  <a:pt x="429444" y="2544504"/>
                  <a:pt x="489506" y="2564524"/>
                </a:cubicBezTo>
                <a:cubicBezTo>
                  <a:pt x="596370" y="2600145"/>
                  <a:pt x="495216" y="2590255"/>
                  <a:pt x="620886" y="2596055"/>
                </a:cubicBezTo>
                <a:lnTo>
                  <a:pt x="888900" y="2606565"/>
                </a:lnTo>
                <a:cubicBezTo>
                  <a:pt x="945372" y="2614633"/>
                  <a:pt x="1011114" y="2626323"/>
                  <a:pt x="1067575" y="2622331"/>
                </a:cubicBezTo>
                <a:cubicBezTo>
                  <a:pt x="1206323" y="2612521"/>
                  <a:pt x="1344348" y="2594304"/>
                  <a:pt x="1482734" y="2580290"/>
                </a:cubicBezTo>
                <a:cubicBezTo>
                  <a:pt x="1527240" y="2540729"/>
                  <a:pt x="1595228" y="2494595"/>
                  <a:pt x="1619369" y="2433145"/>
                </a:cubicBezTo>
                <a:cubicBezTo>
                  <a:pt x="1629796" y="2406604"/>
                  <a:pt x="1626356" y="2376193"/>
                  <a:pt x="1635134" y="2349062"/>
                </a:cubicBezTo>
                <a:cubicBezTo>
                  <a:pt x="1645755" y="2316232"/>
                  <a:pt x="1663161" y="2286000"/>
                  <a:pt x="1677175" y="2254469"/>
                </a:cubicBezTo>
                <a:cubicBezTo>
                  <a:pt x="1689967" y="2126572"/>
                  <a:pt x="1697609" y="2070801"/>
                  <a:pt x="1677175" y="1897117"/>
                </a:cubicBezTo>
                <a:cubicBezTo>
                  <a:pt x="1674677" y="1875881"/>
                  <a:pt x="1654772" y="1860387"/>
                  <a:pt x="1640389" y="1844565"/>
                </a:cubicBezTo>
                <a:cubicBezTo>
                  <a:pt x="1619542" y="1821633"/>
                  <a:pt x="1599125" y="1796621"/>
                  <a:pt x="1572072" y="1781503"/>
                </a:cubicBezTo>
                <a:cubicBezTo>
                  <a:pt x="1544122" y="1765884"/>
                  <a:pt x="1403325" y="1728498"/>
                  <a:pt x="1367120" y="1718441"/>
                </a:cubicBezTo>
                <a:cubicBezTo>
                  <a:pt x="1356610" y="1709682"/>
                  <a:pt x="1344792" y="1702289"/>
                  <a:pt x="1335589" y="1692165"/>
                </a:cubicBezTo>
                <a:cubicBezTo>
                  <a:pt x="1327092" y="1682818"/>
                  <a:pt x="1321911" y="1670913"/>
                  <a:pt x="1314569" y="1660634"/>
                </a:cubicBezTo>
                <a:cubicBezTo>
                  <a:pt x="1304387" y="1646380"/>
                  <a:pt x="1293548" y="1632607"/>
                  <a:pt x="1283037" y="1618593"/>
                </a:cubicBezTo>
                <a:cubicBezTo>
                  <a:pt x="1268165" y="1564059"/>
                  <a:pt x="1257977" y="1537437"/>
                  <a:pt x="1256762" y="1476703"/>
                </a:cubicBezTo>
                <a:cubicBezTo>
                  <a:pt x="1255571" y="1417131"/>
                  <a:pt x="1243175" y="1354554"/>
                  <a:pt x="1262017" y="1298028"/>
                </a:cubicBezTo>
                <a:cubicBezTo>
                  <a:pt x="1280743" y="1241851"/>
                  <a:pt x="1470044" y="1118888"/>
                  <a:pt x="1493244" y="1103586"/>
                </a:cubicBezTo>
                <a:cubicBezTo>
                  <a:pt x="1608562" y="1027525"/>
                  <a:pt x="1580612" y="1051209"/>
                  <a:pt x="1719217" y="1014248"/>
                </a:cubicBezTo>
                <a:cubicBezTo>
                  <a:pt x="1756183" y="1004390"/>
                  <a:pt x="1792181" y="990802"/>
                  <a:pt x="1829575" y="982717"/>
                </a:cubicBezTo>
                <a:cubicBezTo>
                  <a:pt x="1846191" y="979124"/>
                  <a:pt x="1996721" y="963137"/>
                  <a:pt x="2008251" y="961696"/>
                </a:cubicBezTo>
                <a:cubicBezTo>
                  <a:pt x="2095834" y="950748"/>
                  <a:pt x="2074804" y="952941"/>
                  <a:pt x="2165906" y="930165"/>
                </a:cubicBezTo>
                <a:cubicBezTo>
                  <a:pt x="2208430" y="882918"/>
                  <a:pt x="2237517" y="858302"/>
                  <a:pt x="2260500" y="793531"/>
                </a:cubicBezTo>
                <a:cubicBezTo>
                  <a:pt x="2263047" y="786353"/>
                  <a:pt x="2281402" y="626365"/>
                  <a:pt x="2281520" y="625365"/>
                </a:cubicBezTo>
                <a:cubicBezTo>
                  <a:pt x="2271010" y="553544"/>
                  <a:pt x="2267594" y="480321"/>
                  <a:pt x="2249989" y="409903"/>
                </a:cubicBezTo>
                <a:cubicBezTo>
                  <a:pt x="2246186" y="394692"/>
                  <a:pt x="2172732" y="295860"/>
                  <a:pt x="2165906" y="289034"/>
                </a:cubicBezTo>
                <a:cubicBezTo>
                  <a:pt x="2157032" y="280160"/>
                  <a:pt x="1970487" y="104713"/>
                  <a:pt x="1918913" y="84083"/>
                </a:cubicBezTo>
                <a:cubicBezTo>
                  <a:pt x="1788992" y="32115"/>
                  <a:pt x="1650760" y="19499"/>
                  <a:pt x="1514265" y="0"/>
                </a:cubicBezTo>
                <a:lnTo>
                  <a:pt x="1109617" y="10510"/>
                </a:lnTo>
                <a:cubicBezTo>
                  <a:pt x="1098969" y="10895"/>
                  <a:pt x="1088634" y="14258"/>
                  <a:pt x="1078086" y="15765"/>
                </a:cubicBezTo>
                <a:cubicBezTo>
                  <a:pt x="1064105" y="17762"/>
                  <a:pt x="1050058" y="19269"/>
                  <a:pt x="1036044" y="21021"/>
                </a:cubicBezTo>
                <a:cubicBezTo>
                  <a:pt x="1011842" y="29821"/>
                  <a:pt x="950036" y="51603"/>
                  <a:pt x="925686" y="63062"/>
                </a:cubicBezTo>
                <a:cubicBezTo>
                  <a:pt x="864547" y="91834"/>
                  <a:pt x="913246" y="79214"/>
                  <a:pt x="862624" y="89338"/>
                </a:cubicBezTo>
                <a:cubicBezTo>
                  <a:pt x="853865" y="96345"/>
                  <a:pt x="844864" y="103059"/>
                  <a:pt x="836348" y="110359"/>
                </a:cubicBezTo>
                <a:cubicBezTo>
                  <a:pt x="832586" y="113583"/>
                  <a:pt x="830391" y="118917"/>
                  <a:pt x="825837" y="120869"/>
                </a:cubicBezTo>
                <a:cubicBezTo>
                  <a:pt x="817627" y="124387"/>
                  <a:pt x="808320" y="124372"/>
                  <a:pt x="799562" y="126124"/>
                </a:cubicBezTo>
                <a:cubicBezTo>
                  <a:pt x="761890" y="182630"/>
                  <a:pt x="827504" y="86445"/>
                  <a:pt x="768031" y="162910"/>
                </a:cubicBezTo>
                <a:cubicBezTo>
                  <a:pt x="761760" y="170973"/>
                  <a:pt x="758394" y="181014"/>
                  <a:pt x="752265" y="189186"/>
                </a:cubicBezTo>
                <a:cubicBezTo>
                  <a:pt x="747806" y="195132"/>
                  <a:pt x="740959" y="199006"/>
                  <a:pt x="736500" y="204952"/>
                </a:cubicBezTo>
                <a:cubicBezTo>
                  <a:pt x="730371" y="213124"/>
                  <a:pt x="726592" y="222860"/>
                  <a:pt x="720734" y="231228"/>
                </a:cubicBezTo>
                <a:cubicBezTo>
                  <a:pt x="714302" y="240417"/>
                  <a:pt x="706443" y="248530"/>
                  <a:pt x="699713" y="257503"/>
                </a:cubicBezTo>
                <a:cubicBezTo>
                  <a:pt x="690671" y="269558"/>
                  <a:pt x="682196" y="282028"/>
                  <a:pt x="673437" y="294290"/>
                </a:cubicBezTo>
                <a:cubicBezTo>
                  <a:pt x="669934" y="304800"/>
                  <a:pt x="666713" y="315409"/>
                  <a:pt x="662927" y="325821"/>
                </a:cubicBezTo>
                <a:cubicBezTo>
                  <a:pt x="650459" y="360110"/>
                  <a:pt x="645411" y="359081"/>
                  <a:pt x="641906" y="404648"/>
                </a:cubicBezTo>
                <a:cubicBezTo>
                  <a:pt x="639756" y="432593"/>
                  <a:pt x="668182" y="498365"/>
                  <a:pt x="668182" y="520262"/>
                </a:cubicBezTo>
                <a:close/>
              </a:path>
            </a:pathLst>
          </a:custGeom>
          <a:solidFill>
            <a:srgbClr val="00B0F0">
              <a:alpha val="17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AC0F196-2486-56C8-A898-3EE8300B417D}"/>
              </a:ext>
            </a:extLst>
          </p:cNvPr>
          <p:cNvSpPr/>
          <p:nvPr/>
        </p:nvSpPr>
        <p:spPr>
          <a:xfrm>
            <a:off x="8724900" y="1707993"/>
            <a:ext cx="2778353" cy="2349657"/>
          </a:xfrm>
          <a:custGeom>
            <a:avLst/>
            <a:gdLst>
              <a:gd name="connsiteX0" fmla="*/ 653898 w 3664643"/>
              <a:gd name="connsiteY0" fmla="*/ 412907 h 2349657"/>
              <a:gd name="connsiteX1" fmla="*/ 615798 w 3664643"/>
              <a:gd name="connsiteY1" fmla="*/ 406557 h 2349657"/>
              <a:gd name="connsiteX2" fmla="*/ 368148 w 3664643"/>
              <a:gd name="connsiteY2" fmla="*/ 451007 h 2349657"/>
              <a:gd name="connsiteX3" fmla="*/ 164948 w 3664643"/>
              <a:gd name="connsiteY3" fmla="*/ 565307 h 2349657"/>
              <a:gd name="connsiteX4" fmla="*/ 18898 w 3664643"/>
              <a:gd name="connsiteY4" fmla="*/ 762157 h 2349657"/>
              <a:gd name="connsiteX5" fmla="*/ 25248 w 3664643"/>
              <a:gd name="connsiteY5" fmla="*/ 1066957 h 2349657"/>
              <a:gd name="connsiteX6" fmla="*/ 76048 w 3664643"/>
              <a:gd name="connsiteY6" fmla="*/ 1155857 h 2349657"/>
              <a:gd name="connsiteX7" fmla="*/ 120498 w 3664643"/>
              <a:gd name="connsiteY7" fmla="*/ 1257457 h 2349657"/>
              <a:gd name="connsiteX8" fmla="*/ 171298 w 3664643"/>
              <a:gd name="connsiteY8" fmla="*/ 1333657 h 2349657"/>
              <a:gd name="connsiteX9" fmla="*/ 291948 w 3664643"/>
              <a:gd name="connsiteY9" fmla="*/ 1517807 h 2349657"/>
              <a:gd name="connsiteX10" fmla="*/ 361798 w 3664643"/>
              <a:gd name="connsiteY10" fmla="*/ 1581307 h 2349657"/>
              <a:gd name="connsiteX11" fmla="*/ 520548 w 3664643"/>
              <a:gd name="connsiteY11" fmla="*/ 1695607 h 2349657"/>
              <a:gd name="connsiteX12" fmla="*/ 603098 w 3664643"/>
              <a:gd name="connsiteY12" fmla="*/ 1752757 h 2349657"/>
              <a:gd name="connsiteX13" fmla="*/ 666598 w 3664643"/>
              <a:gd name="connsiteY13" fmla="*/ 1803557 h 2349657"/>
              <a:gd name="connsiteX14" fmla="*/ 711048 w 3664643"/>
              <a:gd name="connsiteY14" fmla="*/ 1905157 h 2349657"/>
              <a:gd name="connsiteX15" fmla="*/ 768198 w 3664643"/>
              <a:gd name="connsiteY15" fmla="*/ 2044857 h 2349657"/>
              <a:gd name="connsiteX16" fmla="*/ 907898 w 3664643"/>
              <a:gd name="connsiteY16" fmla="*/ 2152807 h 2349657"/>
              <a:gd name="connsiteX17" fmla="*/ 1174598 w 3664643"/>
              <a:gd name="connsiteY17" fmla="*/ 2216307 h 2349657"/>
              <a:gd name="connsiteX18" fmla="*/ 1568298 w 3664643"/>
              <a:gd name="connsiteY18" fmla="*/ 2121057 h 2349657"/>
              <a:gd name="connsiteX19" fmla="*/ 1663548 w 3664643"/>
              <a:gd name="connsiteY19" fmla="*/ 2019457 h 2349657"/>
              <a:gd name="connsiteX20" fmla="*/ 1752448 w 3664643"/>
              <a:gd name="connsiteY20" fmla="*/ 1911507 h 2349657"/>
              <a:gd name="connsiteX21" fmla="*/ 1790548 w 3664643"/>
              <a:gd name="connsiteY21" fmla="*/ 1892457 h 2349657"/>
              <a:gd name="connsiteX22" fmla="*/ 2171548 w 3664643"/>
              <a:gd name="connsiteY22" fmla="*/ 2013107 h 2349657"/>
              <a:gd name="connsiteX23" fmla="*/ 2304898 w 3664643"/>
              <a:gd name="connsiteY23" fmla="*/ 2127407 h 2349657"/>
              <a:gd name="connsiteX24" fmla="*/ 2362048 w 3664643"/>
              <a:gd name="connsiteY24" fmla="*/ 2159157 h 2349657"/>
              <a:gd name="connsiteX25" fmla="*/ 2469998 w 3664643"/>
              <a:gd name="connsiteY25" fmla="*/ 2254407 h 2349657"/>
              <a:gd name="connsiteX26" fmla="*/ 2533498 w 3664643"/>
              <a:gd name="connsiteY26" fmla="*/ 2292507 h 2349657"/>
              <a:gd name="connsiteX27" fmla="*/ 2704948 w 3664643"/>
              <a:gd name="connsiteY27" fmla="*/ 2349657 h 2349657"/>
              <a:gd name="connsiteX28" fmla="*/ 3104998 w 3664643"/>
              <a:gd name="connsiteY28" fmla="*/ 2292507 h 2349657"/>
              <a:gd name="connsiteX29" fmla="*/ 3365348 w 3664643"/>
              <a:gd name="connsiteY29" fmla="*/ 2070257 h 2349657"/>
              <a:gd name="connsiteX30" fmla="*/ 3479648 w 3664643"/>
              <a:gd name="connsiteY30" fmla="*/ 1936907 h 2349657"/>
              <a:gd name="connsiteX31" fmla="*/ 3619348 w 3664643"/>
              <a:gd name="connsiteY31" fmla="*/ 1632107 h 2349657"/>
              <a:gd name="connsiteX32" fmla="*/ 3644748 w 3664643"/>
              <a:gd name="connsiteY32" fmla="*/ 1517807 h 2349657"/>
              <a:gd name="connsiteX33" fmla="*/ 3651098 w 3664643"/>
              <a:gd name="connsiteY33" fmla="*/ 1416207 h 2349657"/>
              <a:gd name="connsiteX34" fmla="*/ 3657448 w 3664643"/>
              <a:gd name="connsiteY34" fmla="*/ 1232057 h 2349657"/>
              <a:gd name="connsiteX35" fmla="*/ 3606648 w 3664643"/>
              <a:gd name="connsiteY35" fmla="*/ 1162207 h 2349657"/>
              <a:gd name="connsiteX36" fmla="*/ 3409798 w 3664643"/>
              <a:gd name="connsiteY36" fmla="*/ 1016157 h 2349657"/>
              <a:gd name="connsiteX37" fmla="*/ 3155798 w 3664643"/>
              <a:gd name="connsiteY37" fmla="*/ 908207 h 2349657"/>
              <a:gd name="connsiteX38" fmla="*/ 2844648 w 3664643"/>
              <a:gd name="connsiteY38" fmla="*/ 844707 h 2349657"/>
              <a:gd name="connsiteX39" fmla="*/ 2590648 w 3664643"/>
              <a:gd name="connsiteY39" fmla="*/ 762157 h 2349657"/>
              <a:gd name="connsiteX40" fmla="*/ 2425548 w 3664643"/>
              <a:gd name="connsiteY40" fmla="*/ 724057 h 2349657"/>
              <a:gd name="connsiteX41" fmla="*/ 2146148 w 3664643"/>
              <a:gd name="connsiteY41" fmla="*/ 609757 h 2349657"/>
              <a:gd name="connsiteX42" fmla="*/ 2006448 w 3664643"/>
              <a:gd name="connsiteY42" fmla="*/ 489107 h 2349657"/>
              <a:gd name="connsiteX43" fmla="*/ 1955648 w 3664643"/>
              <a:gd name="connsiteY43" fmla="*/ 419257 h 2349657"/>
              <a:gd name="connsiteX44" fmla="*/ 1898498 w 3664643"/>
              <a:gd name="connsiteY44" fmla="*/ 228757 h 2349657"/>
              <a:gd name="connsiteX45" fmla="*/ 1866748 w 3664643"/>
              <a:gd name="connsiteY45" fmla="*/ 114457 h 2349657"/>
              <a:gd name="connsiteX46" fmla="*/ 1841348 w 3664643"/>
              <a:gd name="connsiteY46" fmla="*/ 63657 h 2349657"/>
              <a:gd name="connsiteX47" fmla="*/ 1784198 w 3664643"/>
              <a:gd name="connsiteY47" fmla="*/ 50957 h 2349657"/>
              <a:gd name="connsiteX48" fmla="*/ 1657198 w 3664643"/>
              <a:gd name="connsiteY48" fmla="*/ 19207 h 2349657"/>
              <a:gd name="connsiteX49" fmla="*/ 1625448 w 3664643"/>
              <a:gd name="connsiteY49" fmla="*/ 157 h 2349657"/>
              <a:gd name="connsiteX50" fmla="*/ 1434948 w 3664643"/>
              <a:gd name="connsiteY50" fmla="*/ 12857 h 2349657"/>
              <a:gd name="connsiteX51" fmla="*/ 1212698 w 3664643"/>
              <a:gd name="connsiteY51" fmla="*/ 95407 h 2349657"/>
              <a:gd name="connsiteX52" fmla="*/ 1130148 w 3664643"/>
              <a:gd name="connsiteY52" fmla="*/ 120807 h 2349657"/>
              <a:gd name="connsiteX53" fmla="*/ 1003148 w 3664643"/>
              <a:gd name="connsiteY53" fmla="*/ 177957 h 2349657"/>
              <a:gd name="connsiteX54" fmla="*/ 920598 w 3664643"/>
              <a:gd name="connsiteY54" fmla="*/ 203357 h 2349657"/>
              <a:gd name="connsiteX55" fmla="*/ 838048 w 3664643"/>
              <a:gd name="connsiteY55" fmla="*/ 247807 h 2349657"/>
              <a:gd name="connsiteX56" fmla="*/ 812648 w 3664643"/>
              <a:gd name="connsiteY56" fmla="*/ 273207 h 2349657"/>
              <a:gd name="connsiteX57" fmla="*/ 780898 w 3664643"/>
              <a:gd name="connsiteY57" fmla="*/ 292257 h 2349657"/>
              <a:gd name="connsiteX58" fmla="*/ 761848 w 3664643"/>
              <a:gd name="connsiteY58" fmla="*/ 304957 h 2349657"/>
              <a:gd name="connsiteX59" fmla="*/ 742798 w 3664643"/>
              <a:gd name="connsiteY59" fmla="*/ 330357 h 2349657"/>
              <a:gd name="connsiteX60" fmla="*/ 711048 w 3664643"/>
              <a:gd name="connsiteY60" fmla="*/ 355757 h 2349657"/>
              <a:gd name="connsiteX61" fmla="*/ 685648 w 3664643"/>
              <a:gd name="connsiteY61" fmla="*/ 381157 h 2349657"/>
              <a:gd name="connsiteX62" fmla="*/ 653898 w 3664643"/>
              <a:gd name="connsiteY62" fmla="*/ 412907 h 234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664643" h="2349657">
                <a:moveTo>
                  <a:pt x="653898" y="412907"/>
                </a:moveTo>
                <a:cubicBezTo>
                  <a:pt x="642256" y="417140"/>
                  <a:pt x="628648" y="405754"/>
                  <a:pt x="615798" y="406557"/>
                </a:cubicBezTo>
                <a:cubicBezTo>
                  <a:pt x="527177" y="412096"/>
                  <a:pt x="449038" y="418052"/>
                  <a:pt x="368148" y="451007"/>
                </a:cubicBezTo>
                <a:cubicBezTo>
                  <a:pt x="297873" y="479637"/>
                  <a:pt x="228593" y="526413"/>
                  <a:pt x="164948" y="565307"/>
                </a:cubicBezTo>
                <a:cubicBezTo>
                  <a:pt x="50782" y="709917"/>
                  <a:pt x="98120" y="643324"/>
                  <a:pt x="18898" y="762157"/>
                </a:cubicBezTo>
                <a:cubicBezTo>
                  <a:pt x="-3064" y="882945"/>
                  <a:pt x="-11632" y="895967"/>
                  <a:pt x="25248" y="1066957"/>
                </a:cubicBezTo>
                <a:cubicBezTo>
                  <a:pt x="32444" y="1100320"/>
                  <a:pt x="60784" y="1125330"/>
                  <a:pt x="76048" y="1155857"/>
                </a:cubicBezTo>
                <a:cubicBezTo>
                  <a:pt x="92580" y="1188920"/>
                  <a:pt x="103042" y="1224872"/>
                  <a:pt x="120498" y="1257457"/>
                </a:cubicBezTo>
                <a:cubicBezTo>
                  <a:pt x="134914" y="1284366"/>
                  <a:pt x="156277" y="1307081"/>
                  <a:pt x="171298" y="1333657"/>
                </a:cubicBezTo>
                <a:cubicBezTo>
                  <a:pt x="224656" y="1428059"/>
                  <a:pt x="184261" y="1419910"/>
                  <a:pt x="291948" y="1517807"/>
                </a:cubicBezTo>
                <a:cubicBezTo>
                  <a:pt x="315231" y="1538974"/>
                  <a:pt x="336960" y="1561988"/>
                  <a:pt x="361798" y="1581307"/>
                </a:cubicBezTo>
                <a:cubicBezTo>
                  <a:pt x="413268" y="1621339"/>
                  <a:pt x="467394" y="1657839"/>
                  <a:pt x="520548" y="1695607"/>
                </a:cubicBezTo>
                <a:cubicBezTo>
                  <a:pt x="547830" y="1714992"/>
                  <a:pt x="576964" y="1731850"/>
                  <a:pt x="603098" y="1752757"/>
                </a:cubicBezTo>
                <a:lnTo>
                  <a:pt x="666598" y="1803557"/>
                </a:lnTo>
                <a:cubicBezTo>
                  <a:pt x="697587" y="1857788"/>
                  <a:pt x="691748" y="1840824"/>
                  <a:pt x="711048" y="1905157"/>
                </a:cubicBezTo>
                <a:cubicBezTo>
                  <a:pt x="724657" y="1950520"/>
                  <a:pt x="732190" y="2008849"/>
                  <a:pt x="768198" y="2044857"/>
                </a:cubicBezTo>
                <a:cubicBezTo>
                  <a:pt x="809811" y="2086470"/>
                  <a:pt x="856005" y="2125051"/>
                  <a:pt x="907898" y="2152807"/>
                </a:cubicBezTo>
                <a:cubicBezTo>
                  <a:pt x="956804" y="2178966"/>
                  <a:pt x="1121077" y="2206112"/>
                  <a:pt x="1174598" y="2216307"/>
                </a:cubicBezTo>
                <a:cubicBezTo>
                  <a:pt x="1343256" y="2196696"/>
                  <a:pt x="1440730" y="2218609"/>
                  <a:pt x="1568298" y="2121057"/>
                </a:cubicBezTo>
                <a:cubicBezTo>
                  <a:pt x="1605174" y="2092858"/>
                  <a:pt x="1633445" y="2054796"/>
                  <a:pt x="1663548" y="2019457"/>
                </a:cubicBezTo>
                <a:cubicBezTo>
                  <a:pt x="1698759" y="1978123"/>
                  <a:pt x="1710306" y="1943113"/>
                  <a:pt x="1752448" y="1911507"/>
                </a:cubicBezTo>
                <a:cubicBezTo>
                  <a:pt x="1763807" y="1902988"/>
                  <a:pt x="1777848" y="1898807"/>
                  <a:pt x="1790548" y="1892457"/>
                </a:cubicBezTo>
                <a:cubicBezTo>
                  <a:pt x="2024796" y="1929058"/>
                  <a:pt x="1965699" y="1898746"/>
                  <a:pt x="2171548" y="2013107"/>
                </a:cubicBezTo>
                <a:cubicBezTo>
                  <a:pt x="2218389" y="2039130"/>
                  <a:pt x="2266801" y="2097968"/>
                  <a:pt x="2304898" y="2127407"/>
                </a:cubicBezTo>
                <a:cubicBezTo>
                  <a:pt x="2322142" y="2140732"/>
                  <a:pt x="2344775" y="2145870"/>
                  <a:pt x="2362048" y="2159157"/>
                </a:cubicBezTo>
                <a:cubicBezTo>
                  <a:pt x="2400085" y="2188416"/>
                  <a:pt x="2428848" y="2229717"/>
                  <a:pt x="2469998" y="2254407"/>
                </a:cubicBezTo>
                <a:cubicBezTo>
                  <a:pt x="2491165" y="2267107"/>
                  <a:pt x="2511058" y="2282222"/>
                  <a:pt x="2533498" y="2292507"/>
                </a:cubicBezTo>
                <a:cubicBezTo>
                  <a:pt x="2571581" y="2309962"/>
                  <a:pt x="2663623" y="2336942"/>
                  <a:pt x="2704948" y="2349657"/>
                </a:cubicBezTo>
                <a:cubicBezTo>
                  <a:pt x="2838298" y="2330607"/>
                  <a:pt x="2975768" y="2330516"/>
                  <a:pt x="3104998" y="2292507"/>
                </a:cubicBezTo>
                <a:cubicBezTo>
                  <a:pt x="3171653" y="2272902"/>
                  <a:pt x="3321568" y="2117587"/>
                  <a:pt x="3365348" y="2070257"/>
                </a:cubicBezTo>
                <a:cubicBezTo>
                  <a:pt x="3405102" y="2027280"/>
                  <a:pt x="3448455" y="1986449"/>
                  <a:pt x="3479648" y="1936907"/>
                </a:cubicBezTo>
                <a:cubicBezTo>
                  <a:pt x="3492876" y="1915898"/>
                  <a:pt x="3597919" y="1702823"/>
                  <a:pt x="3619348" y="1632107"/>
                </a:cubicBezTo>
                <a:cubicBezTo>
                  <a:pt x="3630667" y="1594755"/>
                  <a:pt x="3636281" y="1555907"/>
                  <a:pt x="3644748" y="1517807"/>
                </a:cubicBezTo>
                <a:cubicBezTo>
                  <a:pt x="3646865" y="1483940"/>
                  <a:pt x="3648026" y="1450000"/>
                  <a:pt x="3651098" y="1416207"/>
                </a:cubicBezTo>
                <a:cubicBezTo>
                  <a:pt x="3654616" y="1377513"/>
                  <a:pt x="3675361" y="1277836"/>
                  <a:pt x="3657448" y="1232057"/>
                </a:cubicBezTo>
                <a:cubicBezTo>
                  <a:pt x="3646957" y="1205247"/>
                  <a:pt x="3625165" y="1184251"/>
                  <a:pt x="3606648" y="1162207"/>
                </a:cubicBezTo>
                <a:cubicBezTo>
                  <a:pt x="3522132" y="1061593"/>
                  <a:pt x="3531806" y="1070850"/>
                  <a:pt x="3409798" y="1016157"/>
                </a:cubicBezTo>
                <a:cubicBezTo>
                  <a:pt x="3325851" y="978526"/>
                  <a:pt x="3243832" y="934914"/>
                  <a:pt x="3155798" y="908207"/>
                </a:cubicBezTo>
                <a:cubicBezTo>
                  <a:pt x="3054502" y="877477"/>
                  <a:pt x="2947136" y="871193"/>
                  <a:pt x="2844648" y="844707"/>
                </a:cubicBezTo>
                <a:cubicBezTo>
                  <a:pt x="2758454" y="822432"/>
                  <a:pt x="2676199" y="786785"/>
                  <a:pt x="2590648" y="762157"/>
                </a:cubicBezTo>
                <a:cubicBezTo>
                  <a:pt x="2536373" y="746532"/>
                  <a:pt x="2479530" y="740667"/>
                  <a:pt x="2425548" y="724057"/>
                </a:cubicBezTo>
                <a:cubicBezTo>
                  <a:pt x="2394382" y="714467"/>
                  <a:pt x="2192107" y="635801"/>
                  <a:pt x="2146148" y="609757"/>
                </a:cubicBezTo>
                <a:cubicBezTo>
                  <a:pt x="2101925" y="584697"/>
                  <a:pt x="2039673" y="527869"/>
                  <a:pt x="2006448" y="489107"/>
                </a:cubicBezTo>
                <a:cubicBezTo>
                  <a:pt x="1987712" y="467248"/>
                  <a:pt x="1972581" y="442540"/>
                  <a:pt x="1955648" y="419257"/>
                </a:cubicBezTo>
                <a:cubicBezTo>
                  <a:pt x="1928738" y="330839"/>
                  <a:pt x="1918508" y="300221"/>
                  <a:pt x="1898498" y="228757"/>
                </a:cubicBezTo>
                <a:cubicBezTo>
                  <a:pt x="1887836" y="190679"/>
                  <a:pt x="1884432" y="149825"/>
                  <a:pt x="1866748" y="114457"/>
                </a:cubicBezTo>
                <a:cubicBezTo>
                  <a:pt x="1858281" y="97524"/>
                  <a:pt x="1856354" y="75200"/>
                  <a:pt x="1841348" y="63657"/>
                </a:cubicBezTo>
                <a:cubicBezTo>
                  <a:pt x="1825880" y="51759"/>
                  <a:pt x="1803081" y="55883"/>
                  <a:pt x="1784198" y="50957"/>
                </a:cubicBezTo>
                <a:cubicBezTo>
                  <a:pt x="1656207" y="17568"/>
                  <a:pt x="1736857" y="32483"/>
                  <a:pt x="1657198" y="19207"/>
                </a:cubicBezTo>
                <a:cubicBezTo>
                  <a:pt x="1646615" y="12857"/>
                  <a:pt x="1637785" y="509"/>
                  <a:pt x="1625448" y="157"/>
                </a:cubicBezTo>
                <a:cubicBezTo>
                  <a:pt x="1561833" y="-1661"/>
                  <a:pt x="1434948" y="12857"/>
                  <a:pt x="1434948" y="12857"/>
                </a:cubicBezTo>
                <a:cubicBezTo>
                  <a:pt x="1132479" y="108373"/>
                  <a:pt x="1481405" y="-6516"/>
                  <a:pt x="1212698" y="95407"/>
                </a:cubicBezTo>
                <a:cubicBezTo>
                  <a:pt x="1185780" y="105617"/>
                  <a:pt x="1156934" y="110255"/>
                  <a:pt x="1130148" y="120807"/>
                </a:cubicBezTo>
                <a:cubicBezTo>
                  <a:pt x="1086956" y="137822"/>
                  <a:pt x="1047188" y="163277"/>
                  <a:pt x="1003148" y="177957"/>
                </a:cubicBezTo>
                <a:cubicBezTo>
                  <a:pt x="950429" y="195530"/>
                  <a:pt x="977920" y="186979"/>
                  <a:pt x="920598" y="203357"/>
                </a:cubicBezTo>
                <a:cubicBezTo>
                  <a:pt x="812248" y="293649"/>
                  <a:pt x="952841" y="185193"/>
                  <a:pt x="838048" y="247807"/>
                </a:cubicBezTo>
                <a:cubicBezTo>
                  <a:pt x="827536" y="253541"/>
                  <a:pt x="822099" y="265856"/>
                  <a:pt x="812648" y="273207"/>
                </a:cubicBezTo>
                <a:cubicBezTo>
                  <a:pt x="802906" y="280784"/>
                  <a:pt x="791364" y="285716"/>
                  <a:pt x="780898" y="292257"/>
                </a:cubicBezTo>
                <a:cubicBezTo>
                  <a:pt x="774426" y="296302"/>
                  <a:pt x="767244" y="299561"/>
                  <a:pt x="761848" y="304957"/>
                </a:cubicBezTo>
                <a:cubicBezTo>
                  <a:pt x="754364" y="312441"/>
                  <a:pt x="750282" y="322873"/>
                  <a:pt x="742798" y="330357"/>
                </a:cubicBezTo>
                <a:cubicBezTo>
                  <a:pt x="733214" y="339941"/>
                  <a:pt x="721178" y="346753"/>
                  <a:pt x="711048" y="355757"/>
                </a:cubicBezTo>
                <a:cubicBezTo>
                  <a:pt x="702099" y="363712"/>
                  <a:pt x="694659" y="373272"/>
                  <a:pt x="685648" y="381157"/>
                </a:cubicBezTo>
                <a:cubicBezTo>
                  <a:pt x="673046" y="392184"/>
                  <a:pt x="665540" y="408674"/>
                  <a:pt x="653898" y="412907"/>
                </a:cubicBezTo>
                <a:close/>
              </a:path>
            </a:pathLst>
          </a:custGeom>
          <a:solidFill>
            <a:srgbClr val="FF0000">
              <a:alpha val="14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2FEC47A-0047-FD01-3FFC-121DE0F6165D}"/>
              </a:ext>
            </a:extLst>
          </p:cNvPr>
          <p:cNvSpPr/>
          <p:nvPr/>
        </p:nvSpPr>
        <p:spPr>
          <a:xfrm>
            <a:off x="812800" y="1650844"/>
            <a:ext cx="641350" cy="379796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  <a:alpha val="8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2F2B8C5-D967-61FF-25D1-A72DE529B9D1}"/>
                  </a:ext>
                </a:extLst>
              </p:cNvPr>
              <p:cNvSpPr txBox="1"/>
              <p:nvPr/>
            </p:nvSpPr>
            <p:spPr>
              <a:xfrm>
                <a:off x="9465246" y="1832164"/>
                <a:ext cx="6823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𝓜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𝐃𝐌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2F2B8C5-D967-61FF-25D1-A72DE529B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246" y="1832164"/>
                <a:ext cx="682303" cy="307777"/>
              </a:xfrm>
              <a:prstGeom prst="rect">
                <a:avLst/>
              </a:prstGeom>
              <a:blipFill>
                <a:blip r:embed="rId2"/>
                <a:stretch>
                  <a:fillRect l="-8036" r="-1786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399F57A-E98E-D210-FE66-0892A1B81BDB}"/>
                  </a:ext>
                </a:extLst>
              </p:cNvPr>
              <p:cNvSpPr txBox="1"/>
              <p:nvPr/>
            </p:nvSpPr>
            <p:spPr>
              <a:xfrm>
                <a:off x="9565320" y="4480280"/>
                <a:ext cx="7015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𝓜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𝐨𝐛𝐬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97D4E0B-E9B2-B320-73CE-AB75DB22D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320" y="4480280"/>
                <a:ext cx="701539" cy="307777"/>
              </a:xfrm>
              <a:prstGeom prst="rect">
                <a:avLst/>
              </a:prstGeom>
              <a:blipFill>
                <a:blip r:embed="rId3"/>
                <a:stretch>
                  <a:fillRect l="-6087" r="-3478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F86C34-C81F-D2FD-49AF-A6C71E1D245C}"/>
                  </a:ext>
                </a:extLst>
              </p:cNvPr>
              <p:cNvSpPr txBox="1"/>
              <p:nvPr/>
            </p:nvSpPr>
            <p:spPr>
              <a:xfrm>
                <a:off x="10433302" y="3465923"/>
                <a:ext cx="703141" cy="335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𝓜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𝐩𝐨𝐬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FF86C34-C81F-D2FD-49AF-A6C71E1D2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3302" y="3465923"/>
                <a:ext cx="703141" cy="335285"/>
              </a:xfrm>
              <a:prstGeom prst="rect">
                <a:avLst/>
              </a:prstGeom>
              <a:blipFill>
                <a:blip r:embed="rId4"/>
                <a:stretch>
                  <a:fillRect l="-6034" r="-258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CD53A0A-9D03-B218-0DA7-D1632B579C00}"/>
              </a:ext>
            </a:extLst>
          </p:cNvPr>
          <p:cNvCxnSpPr>
            <a:cxnSpLocks/>
          </p:cNvCxnSpPr>
          <p:nvPr/>
        </p:nvCxnSpPr>
        <p:spPr>
          <a:xfrm>
            <a:off x="1063651" y="1436610"/>
            <a:ext cx="936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C07A2BE-3680-A3BB-5A17-A7E0BC003C12}"/>
                  </a:ext>
                </a:extLst>
              </p:cNvPr>
              <p:cNvSpPr txBox="1"/>
              <p:nvPr/>
            </p:nvSpPr>
            <p:spPr>
              <a:xfrm>
                <a:off x="952501" y="1035441"/>
                <a:ext cx="5245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C07A2BE-3680-A3BB-5A17-A7E0BC003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1" y="1035441"/>
                <a:ext cx="524567" cy="246221"/>
              </a:xfrm>
              <a:prstGeom prst="rect">
                <a:avLst/>
              </a:prstGeom>
              <a:blipFill>
                <a:blip r:embed="rId5"/>
                <a:stretch>
                  <a:fillRect l="-5814" r="-814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748EF35-816F-2371-2D5F-42486D29928E}"/>
                  </a:ext>
                </a:extLst>
              </p:cNvPr>
              <p:cNvSpPr txBox="1"/>
              <p:nvPr/>
            </p:nvSpPr>
            <p:spPr>
              <a:xfrm>
                <a:off x="10079608" y="1035441"/>
                <a:ext cx="5245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748EF35-816F-2371-2D5F-42486D29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9608" y="1035441"/>
                <a:ext cx="524567" cy="246221"/>
              </a:xfrm>
              <a:prstGeom prst="rect">
                <a:avLst/>
              </a:prstGeom>
              <a:blipFill>
                <a:blip r:embed="rId6"/>
                <a:stretch>
                  <a:fillRect l="-5747" r="-6897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779B05F-4CE1-EFC1-2090-533B28C21549}"/>
                  </a:ext>
                </a:extLst>
              </p:cNvPr>
              <p:cNvSpPr txBox="1"/>
              <p:nvPr/>
            </p:nvSpPr>
            <p:spPr>
              <a:xfrm>
                <a:off x="3281507" y="1057506"/>
                <a:ext cx="1428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779B05F-4CE1-EFC1-2090-533B28C21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07" y="1057506"/>
                <a:ext cx="142860" cy="246221"/>
              </a:xfrm>
              <a:prstGeom prst="rect">
                <a:avLst/>
              </a:prstGeom>
              <a:blipFill>
                <a:blip r:embed="rId7"/>
                <a:stretch>
                  <a:fillRect l="-20833" r="-20833"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2EBB7D6-A49D-3CC8-108A-6C942A511974}"/>
              </a:ext>
            </a:extLst>
          </p:cNvPr>
          <p:cNvCxnSpPr>
            <a:cxnSpLocks/>
          </p:cNvCxnSpPr>
          <p:nvPr/>
        </p:nvCxnSpPr>
        <p:spPr>
          <a:xfrm>
            <a:off x="3361338" y="1752175"/>
            <a:ext cx="0" cy="36000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BD31684-2A8F-A2B3-21B6-0819D70739DC}"/>
                  </a:ext>
                </a:extLst>
              </p:cNvPr>
              <p:cNvSpPr txBox="1"/>
              <p:nvPr/>
            </p:nvSpPr>
            <p:spPr>
              <a:xfrm>
                <a:off x="750881" y="5556335"/>
                <a:ext cx="62427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BD31684-2A8F-A2B3-21B6-0819D7073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81" y="5556335"/>
                <a:ext cx="624273" cy="246221"/>
              </a:xfrm>
              <a:prstGeom prst="rect">
                <a:avLst/>
              </a:prstGeom>
              <a:blipFill>
                <a:blip r:embed="rId8"/>
                <a:stretch>
                  <a:fillRect l="-2913" r="-971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CA600EF-2828-833C-9DA7-E2DEAFE77591}"/>
                  </a:ext>
                </a:extLst>
              </p:cNvPr>
              <p:cNvSpPr txBox="1"/>
              <p:nvPr/>
            </p:nvSpPr>
            <p:spPr>
              <a:xfrm>
                <a:off x="9788566" y="5556334"/>
                <a:ext cx="2582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CA600EF-2828-833C-9DA7-E2DEAFE77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566" y="5556334"/>
                <a:ext cx="258211" cy="246221"/>
              </a:xfrm>
              <a:prstGeom prst="rect">
                <a:avLst/>
              </a:prstGeom>
              <a:blipFill>
                <a:blip r:embed="rId9"/>
                <a:stretch>
                  <a:fillRect l="-9524" r="-7143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7517A38-86A1-4CC7-3266-711741F91267}"/>
                  </a:ext>
                </a:extLst>
              </p:cNvPr>
              <p:cNvSpPr txBox="1"/>
              <p:nvPr/>
            </p:nvSpPr>
            <p:spPr>
              <a:xfrm>
                <a:off x="3250994" y="5556334"/>
                <a:ext cx="24141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7517A38-86A1-4CC7-3266-711741F91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994" y="5556334"/>
                <a:ext cx="241413" cy="246221"/>
              </a:xfrm>
              <a:prstGeom prst="rect">
                <a:avLst/>
              </a:prstGeom>
              <a:blipFill>
                <a:blip r:embed="rId10"/>
                <a:stretch>
                  <a:fillRect l="-7500" r="-5000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26F0F60-854B-2DE7-7601-F180A9A2C06B}"/>
              </a:ext>
            </a:extLst>
          </p:cNvPr>
          <p:cNvCxnSpPr>
            <a:cxnSpLocks/>
          </p:cNvCxnSpPr>
          <p:nvPr/>
        </p:nvCxnSpPr>
        <p:spPr>
          <a:xfrm>
            <a:off x="1327076" y="3549827"/>
            <a:ext cx="5339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B339D6E-7532-8B1B-06C5-41002FB1FFC3}"/>
              </a:ext>
            </a:extLst>
          </p:cNvPr>
          <p:cNvSpPr txBox="1"/>
          <p:nvPr/>
        </p:nvSpPr>
        <p:spPr>
          <a:xfrm>
            <a:off x="2040208" y="3235090"/>
            <a:ext cx="79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EA30418-F4D1-C611-0997-219E8146EEB3}"/>
              </a:ext>
            </a:extLst>
          </p:cNvPr>
          <p:cNvSpPr txBox="1"/>
          <p:nvPr/>
        </p:nvSpPr>
        <p:spPr>
          <a:xfrm>
            <a:off x="6879507" y="3186334"/>
            <a:ext cx="893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B21A416-4DE7-620E-5FDA-1DEE37CE3A8C}"/>
              </a:ext>
            </a:extLst>
          </p:cNvPr>
          <p:cNvCxnSpPr>
            <a:cxnSpLocks/>
          </p:cNvCxnSpPr>
          <p:nvPr/>
        </p:nvCxnSpPr>
        <p:spPr>
          <a:xfrm flipH="1">
            <a:off x="9855954" y="2762669"/>
            <a:ext cx="193981" cy="3277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B76131A-7A1A-A5CC-F23A-F68AA28092A9}"/>
              </a:ext>
            </a:extLst>
          </p:cNvPr>
          <p:cNvCxnSpPr>
            <a:cxnSpLocks/>
          </p:cNvCxnSpPr>
          <p:nvPr/>
        </p:nvCxnSpPr>
        <p:spPr>
          <a:xfrm>
            <a:off x="10070876" y="3298920"/>
            <a:ext cx="290508" cy="93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E35056E0-5802-588E-1E51-0625AE80A84A}"/>
              </a:ext>
            </a:extLst>
          </p:cNvPr>
          <p:cNvSpPr/>
          <p:nvPr/>
        </p:nvSpPr>
        <p:spPr>
          <a:xfrm>
            <a:off x="2918664" y="1785925"/>
            <a:ext cx="895215" cy="3639845"/>
          </a:xfrm>
          <a:custGeom>
            <a:avLst/>
            <a:gdLst>
              <a:gd name="connsiteX0" fmla="*/ 279672 w 895215"/>
              <a:gd name="connsiteY0" fmla="*/ 38100 h 2451100"/>
              <a:gd name="connsiteX1" fmla="*/ 209822 w 895215"/>
              <a:gd name="connsiteY1" fmla="*/ 63500 h 2451100"/>
              <a:gd name="connsiteX2" fmla="*/ 171722 w 895215"/>
              <a:gd name="connsiteY2" fmla="*/ 114300 h 2451100"/>
              <a:gd name="connsiteX3" fmla="*/ 152672 w 895215"/>
              <a:gd name="connsiteY3" fmla="*/ 177800 h 2451100"/>
              <a:gd name="connsiteX4" fmla="*/ 139972 w 895215"/>
              <a:gd name="connsiteY4" fmla="*/ 228600 h 2451100"/>
              <a:gd name="connsiteX5" fmla="*/ 133622 w 895215"/>
              <a:gd name="connsiteY5" fmla="*/ 298450 h 2451100"/>
              <a:gd name="connsiteX6" fmla="*/ 159022 w 895215"/>
              <a:gd name="connsiteY6" fmla="*/ 400050 h 2451100"/>
              <a:gd name="connsiteX7" fmla="*/ 178072 w 895215"/>
              <a:gd name="connsiteY7" fmla="*/ 469900 h 2451100"/>
              <a:gd name="connsiteX8" fmla="*/ 184422 w 895215"/>
              <a:gd name="connsiteY8" fmla="*/ 514350 h 2451100"/>
              <a:gd name="connsiteX9" fmla="*/ 203472 w 895215"/>
              <a:gd name="connsiteY9" fmla="*/ 533400 h 2451100"/>
              <a:gd name="connsiteX10" fmla="*/ 209822 w 895215"/>
              <a:gd name="connsiteY10" fmla="*/ 558800 h 2451100"/>
              <a:gd name="connsiteX11" fmla="*/ 184422 w 895215"/>
              <a:gd name="connsiteY11" fmla="*/ 615950 h 2451100"/>
              <a:gd name="connsiteX12" fmla="*/ 108222 w 895215"/>
              <a:gd name="connsiteY12" fmla="*/ 673100 h 2451100"/>
              <a:gd name="connsiteX13" fmla="*/ 70122 w 895215"/>
              <a:gd name="connsiteY13" fmla="*/ 711200 h 2451100"/>
              <a:gd name="connsiteX14" fmla="*/ 95522 w 895215"/>
              <a:gd name="connsiteY14" fmla="*/ 933450 h 2451100"/>
              <a:gd name="connsiteX15" fmla="*/ 127272 w 895215"/>
              <a:gd name="connsiteY15" fmla="*/ 1028700 h 2451100"/>
              <a:gd name="connsiteX16" fmla="*/ 120922 w 895215"/>
              <a:gd name="connsiteY16" fmla="*/ 1168400 h 2451100"/>
              <a:gd name="connsiteX17" fmla="*/ 95522 w 895215"/>
              <a:gd name="connsiteY17" fmla="*/ 1257300 h 2451100"/>
              <a:gd name="connsiteX18" fmla="*/ 82822 w 895215"/>
              <a:gd name="connsiteY18" fmla="*/ 1320800 h 2451100"/>
              <a:gd name="connsiteX19" fmla="*/ 114572 w 895215"/>
              <a:gd name="connsiteY19" fmla="*/ 1435100 h 2451100"/>
              <a:gd name="connsiteX20" fmla="*/ 127272 w 895215"/>
              <a:gd name="connsiteY20" fmla="*/ 1454150 h 2451100"/>
              <a:gd name="connsiteX21" fmla="*/ 152672 w 895215"/>
              <a:gd name="connsiteY21" fmla="*/ 1587500 h 2451100"/>
              <a:gd name="connsiteX22" fmla="*/ 171722 w 895215"/>
              <a:gd name="connsiteY22" fmla="*/ 1657350 h 2451100"/>
              <a:gd name="connsiteX23" fmla="*/ 235222 w 895215"/>
              <a:gd name="connsiteY23" fmla="*/ 1733550 h 2451100"/>
              <a:gd name="connsiteX24" fmla="*/ 254272 w 895215"/>
              <a:gd name="connsiteY24" fmla="*/ 1758950 h 2451100"/>
              <a:gd name="connsiteX25" fmla="*/ 209822 w 895215"/>
              <a:gd name="connsiteY25" fmla="*/ 1917700 h 2451100"/>
              <a:gd name="connsiteX26" fmla="*/ 127272 w 895215"/>
              <a:gd name="connsiteY26" fmla="*/ 2025650 h 2451100"/>
              <a:gd name="connsiteX27" fmla="*/ 108222 w 895215"/>
              <a:gd name="connsiteY27" fmla="*/ 2038350 h 2451100"/>
              <a:gd name="connsiteX28" fmla="*/ 82822 w 895215"/>
              <a:gd name="connsiteY28" fmla="*/ 2070100 h 2451100"/>
              <a:gd name="connsiteX29" fmla="*/ 76472 w 895215"/>
              <a:gd name="connsiteY29" fmla="*/ 2095500 h 2451100"/>
              <a:gd name="connsiteX30" fmla="*/ 25672 w 895215"/>
              <a:gd name="connsiteY30" fmla="*/ 2152650 h 2451100"/>
              <a:gd name="connsiteX31" fmla="*/ 272 w 895215"/>
              <a:gd name="connsiteY31" fmla="*/ 2260600 h 2451100"/>
              <a:gd name="connsiteX32" fmla="*/ 6622 w 895215"/>
              <a:gd name="connsiteY32" fmla="*/ 2317750 h 2451100"/>
              <a:gd name="connsiteX33" fmla="*/ 70122 w 895215"/>
              <a:gd name="connsiteY33" fmla="*/ 2368550 h 2451100"/>
              <a:gd name="connsiteX34" fmla="*/ 89172 w 895215"/>
              <a:gd name="connsiteY34" fmla="*/ 2381250 h 2451100"/>
              <a:gd name="connsiteX35" fmla="*/ 114572 w 895215"/>
              <a:gd name="connsiteY35" fmla="*/ 2400300 h 2451100"/>
              <a:gd name="connsiteX36" fmla="*/ 146322 w 895215"/>
              <a:gd name="connsiteY36" fmla="*/ 2406650 h 2451100"/>
              <a:gd name="connsiteX37" fmla="*/ 190772 w 895215"/>
              <a:gd name="connsiteY37" fmla="*/ 2425700 h 2451100"/>
              <a:gd name="connsiteX38" fmla="*/ 330472 w 895215"/>
              <a:gd name="connsiteY38" fmla="*/ 2444750 h 2451100"/>
              <a:gd name="connsiteX39" fmla="*/ 387622 w 895215"/>
              <a:gd name="connsiteY39" fmla="*/ 2451100 h 2451100"/>
              <a:gd name="connsiteX40" fmla="*/ 571772 w 895215"/>
              <a:gd name="connsiteY40" fmla="*/ 2425700 h 2451100"/>
              <a:gd name="connsiteX41" fmla="*/ 590822 w 895215"/>
              <a:gd name="connsiteY41" fmla="*/ 2374900 h 2451100"/>
              <a:gd name="connsiteX42" fmla="*/ 628922 w 895215"/>
              <a:gd name="connsiteY42" fmla="*/ 2317750 h 2451100"/>
              <a:gd name="connsiteX43" fmla="*/ 641622 w 895215"/>
              <a:gd name="connsiteY43" fmla="*/ 2279650 h 2451100"/>
              <a:gd name="connsiteX44" fmla="*/ 660672 w 895215"/>
              <a:gd name="connsiteY44" fmla="*/ 2241550 h 2451100"/>
              <a:gd name="connsiteX45" fmla="*/ 673372 w 895215"/>
              <a:gd name="connsiteY45" fmla="*/ 2184400 h 2451100"/>
              <a:gd name="connsiteX46" fmla="*/ 686072 w 895215"/>
              <a:gd name="connsiteY46" fmla="*/ 2139950 h 2451100"/>
              <a:gd name="connsiteX47" fmla="*/ 692422 w 895215"/>
              <a:gd name="connsiteY47" fmla="*/ 2089150 h 2451100"/>
              <a:gd name="connsiteX48" fmla="*/ 698772 w 895215"/>
              <a:gd name="connsiteY48" fmla="*/ 1987550 h 2451100"/>
              <a:gd name="connsiteX49" fmla="*/ 711472 w 895215"/>
              <a:gd name="connsiteY49" fmla="*/ 1943100 h 2451100"/>
              <a:gd name="connsiteX50" fmla="*/ 717822 w 895215"/>
              <a:gd name="connsiteY50" fmla="*/ 1885950 h 2451100"/>
              <a:gd name="connsiteX51" fmla="*/ 749572 w 895215"/>
              <a:gd name="connsiteY51" fmla="*/ 1670050 h 2451100"/>
              <a:gd name="connsiteX52" fmla="*/ 755922 w 895215"/>
              <a:gd name="connsiteY52" fmla="*/ 1638300 h 2451100"/>
              <a:gd name="connsiteX53" fmla="*/ 762272 w 895215"/>
              <a:gd name="connsiteY53" fmla="*/ 1619250 h 2451100"/>
              <a:gd name="connsiteX54" fmla="*/ 768622 w 895215"/>
              <a:gd name="connsiteY54" fmla="*/ 1581150 h 2451100"/>
              <a:gd name="connsiteX55" fmla="*/ 774972 w 895215"/>
              <a:gd name="connsiteY55" fmla="*/ 1555750 h 2451100"/>
              <a:gd name="connsiteX56" fmla="*/ 787672 w 895215"/>
              <a:gd name="connsiteY56" fmla="*/ 1485900 h 2451100"/>
              <a:gd name="connsiteX57" fmla="*/ 794022 w 895215"/>
              <a:gd name="connsiteY57" fmla="*/ 1460500 h 2451100"/>
              <a:gd name="connsiteX58" fmla="*/ 863872 w 895215"/>
              <a:gd name="connsiteY58" fmla="*/ 1377950 h 2451100"/>
              <a:gd name="connsiteX59" fmla="*/ 882922 w 895215"/>
              <a:gd name="connsiteY59" fmla="*/ 1352550 h 2451100"/>
              <a:gd name="connsiteX60" fmla="*/ 863872 w 895215"/>
              <a:gd name="connsiteY60" fmla="*/ 1212850 h 2451100"/>
              <a:gd name="connsiteX61" fmla="*/ 825772 w 895215"/>
              <a:gd name="connsiteY61" fmla="*/ 1193800 h 2451100"/>
              <a:gd name="connsiteX62" fmla="*/ 806722 w 895215"/>
              <a:gd name="connsiteY62" fmla="*/ 1174750 h 2451100"/>
              <a:gd name="connsiteX63" fmla="*/ 743222 w 895215"/>
              <a:gd name="connsiteY63" fmla="*/ 1111250 h 2451100"/>
              <a:gd name="connsiteX64" fmla="*/ 724172 w 895215"/>
              <a:gd name="connsiteY64" fmla="*/ 1016000 h 2451100"/>
              <a:gd name="connsiteX65" fmla="*/ 768622 w 895215"/>
              <a:gd name="connsiteY65" fmla="*/ 895350 h 2451100"/>
              <a:gd name="connsiteX66" fmla="*/ 825772 w 895215"/>
              <a:gd name="connsiteY66" fmla="*/ 806450 h 2451100"/>
              <a:gd name="connsiteX67" fmla="*/ 838472 w 895215"/>
              <a:gd name="connsiteY67" fmla="*/ 768350 h 2451100"/>
              <a:gd name="connsiteX68" fmla="*/ 863872 w 895215"/>
              <a:gd name="connsiteY68" fmla="*/ 730250 h 2451100"/>
              <a:gd name="connsiteX69" fmla="*/ 844822 w 895215"/>
              <a:gd name="connsiteY69" fmla="*/ 514350 h 2451100"/>
              <a:gd name="connsiteX70" fmla="*/ 838472 w 895215"/>
              <a:gd name="connsiteY70" fmla="*/ 482600 h 2451100"/>
              <a:gd name="connsiteX71" fmla="*/ 825772 w 895215"/>
              <a:gd name="connsiteY71" fmla="*/ 444500 h 2451100"/>
              <a:gd name="connsiteX72" fmla="*/ 813072 w 895215"/>
              <a:gd name="connsiteY72" fmla="*/ 412750 h 2451100"/>
              <a:gd name="connsiteX73" fmla="*/ 781322 w 895215"/>
              <a:gd name="connsiteY73" fmla="*/ 381000 h 2451100"/>
              <a:gd name="connsiteX74" fmla="*/ 774972 w 895215"/>
              <a:gd name="connsiteY74" fmla="*/ 355600 h 2451100"/>
              <a:gd name="connsiteX75" fmla="*/ 755922 w 895215"/>
              <a:gd name="connsiteY75" fmla="*/ 349250 h 2451100"/>
              <a:gd name="connsiteX76" fmla="*/ 686072 w 895215"/>
              <a:gd name="connsiteY76" fmla="*/ 304800 h 2451100"/>
              <a:gd name="connsiteX77" fmla="*/ 679722 w 895215"/>
              <a:gd name="connsiteY77" fmla="*/ 266700 h 2451100"/>
              <a:gd name="connsiteX78" fmla="*/ 667022 w 895215"/>
              <a:gd name="connsiteY78" fmla="*/ 50800 h 2451100"/>
              <a:gd name="connsiteX79" fmla="*/ 628922 w 895215"/>
              <a:gd name="connsiteY79" fmla="*/ 38100 h 2451100"/>
              <a:gd name="connsiteX80" fmla="*/ 533672 w 895215"/>
              <a:gd name="connsiteY80" fmla="*/ 0 h 2451100"/>
              <a:gd name="connsiteX81" fmla="*/ 374922 w 895215"/>
              <a:gd name="connsiteY81" fmla="*/ 12700 h 2451100"/>
              <a:gd name="connsiteX82" fmla="*/ 343172 w 895215"/>
              <a:gd name="connsiteY82" fmla="*/ 25400 h 2451100"/>
              <a:gd name="connsiteX83" fmla="*/ 279672 w 895215"/>
              <a:gd name="connsiteY83" fmla="*/ 38100 h 245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95215" h="2451100">
                <a:moveTo>
                  <a:pt x="279672" y="38100"/>
                </a:moveTo>
                <a:cubicBezTo>
                  <a:pt x="257447" y="44450"/>
                  <a:pt x="231981" y="52420"/>
                  <a:pt x="209822" y="63500"/>
                </a:cubicBezTo>
                <a:cubicBezTo>
                  <a:pt x="195131" y="70845"/>
                  <a:pt x="177407" y="102930"/>
                  <a:pt x="171722" y="114300"/>
                </a:cubicBezTo>
                <a:cubicBezTo>
                  <a:pt x="156003" y="145737"/>
                  <a:pt x="160320" y="144657"/>
                  <a:pt x="152672" y="177800"/>
                </a:cubicBezTo>
                <a:cubicBezTo>
                  <a:pt x="148747" y="194807"/>
                  <a:pt x="144205" y="211667"/>
                  <a:pt x="139972" y="228600"/>
                </a:cubicBezTo>
                <a:cubicBezTo>
                  <a:pt x="137855" y="251883"/>
                  <a:pt x="131040" y="275214"/>
                  <a:pt x="133622" y="298450"/>
                </a:cubicBezTo>
                <a:cubicBezTo>
                  <a:pt x="137477" y="333145"/>
                  <a:pt x="151285" y="366009"/>
                  <a:pt x="159022" y="400050"/>
                </a:cubicBezTo>
                <a:cubicBezTo>
                  <a:pt x="174171" y="466707"/>
                  <a:pt x="154459" y="410868"/>
                  <a:pt x="178072" y="469900"/>
                </a:cubicBezTo>
                <a:cubicBezTo>
                  <a:pt x="180189" y="484717"/>
                  <a:pt x="178863" y="500453"/>
                  <a:pt x="184422" y="514350"/>
                </a:cubicBezTo>
                <a:cubicBezTo>
                  <a:pt x="187757" y="522688"/>
                  <a:pt x="199017" y="525603"/>
                  <a:pt x="203472" y="533400"/>
                </a:cubicBezTo>
                <a:cubicBezTo>
                  <a:pt x="207802" y="540977"/>
                  <a:pt x="207705" y="550333"/>
                  <a:pt x="209822" y="558800"/>
                </a:cubicBezTo>
                <a:cubicBezTo>
                  <a:pt x="201355" y="577850"/>
                  <a:pt x="196288" y="598810"/>
                  <a:pt x="184422" y="615950"/>
                </a:cubicBezTo>
                <a:cubicBezTo>
                  <a:pt x="178866" y="623975"/>
                  <a:pt x="109408" y="672096"/>
                  <a:pt x="108222" y="673100"/>
                </a:cubicBezTo>
                <a:cubicBezTo>
                  <a:pt x="94511" y="684701"/>
                  <a:pt x="82822" y="698500"/>
                  <a:pt x="70122" y="711200"/>
                </a:cubicBezTo>
                <a:cubicBezTo>
                  <a:pt x="78589" y="785283"/>
                  <a:pt x="84538" y="859698"/>
                  <a:pt x="95522" y="933450"/>
                </a:cubicBezTo>
                <a:cubicBezTo>
                  <a:pt x="105543" y="1000734"/>
                  <a:pt x="103220" y="992623"/>
                  <a:pt x="127272" y="1028700"/>
                </a:cubicBezTo>
                <a:cubicBezTo>
                  <a:pt x="125155" y="1075267"/>
                  <a:pt x="127335" y="1122228"/>
                  <a:pt x="120922" y="1168400"/>
                </a:cubicBezTo>
                <a:cubicBezTo>
                  <a:pt x="116682" y="1198926"/>
                  <a:pt x="102997" y="1227401"/>
                  <a:pt x="95522" y="1257300"/>
                </a:cubicBezTo>
                <a:cubicBezTo>
                  <a:pt x="86049" y="1295191"/>
                  <a:pt x="90607" y="1274092"/>
                  <a:pt x="82822" y="1320800"/>
                </a:cubicBezTo>
                <a:cubicBezTo>
                  <a:pt x="93405" y="1358900"/>
                  <a:pt x="102068" y="1397587"/>
                  <a:pt x="114572" y="1435100"/>
                </a:cubicBezTo>
                <a:cubicBezTo>
                  <a:pt x="116985" y="1442340"/>
                  <a:pt x="126193" y="1446595"/>
                  <a:pt x="127272" y="1454150"/>
                </a:cubicBezTo>
                <a:cubicBezTo>
                  <a:pt x="146675" y="1589971"/>
                  <a:pt x="103685" y="1538513"/>
                  <a:pt x="152672" y="1587500"/>
                </a:cubicBezTo>
                <a:cubicBezTo>
                  <a:pt x="156221" y="1601695"/>
                  <a:pt x="168170" y="1650689"/>
                  <a:pt x="171722" y="1657350"/>
                </a:cubicBezTo>
                <a:cubicBezTo>
                  <a:pt x="197427" y="1705547"/>
                  <a:pt x="205931" y="1700074"/>
                  <a:pt x="235222" y="1733550"/>
                </a:cubicBezTo>
                <a:cubicBezTo>
                  <a:pt x="242191" y="1741515"/>
                  <a:pt x="247922" y="1750483"/>
                  <a:pt x="254272" y="1758950"/>
                </a:cubicBezTo>
                <a:cubicBezTo>
                  <a:pt x="239455" y="1811867"/>
                  <a:pt x="228111" y="1865881"/>
                  <a:pt x="209822" y="1917700"/>
                </a:cubicBezTo>
                <a:cubicBezTo>
                  <a:pt x="196400" y="1955728"/>
                  <a:pt x="160561" y="2003457"/>
                  <a:pt x="127272" y="2025650"/>
                </a:cubicBezTo>
                <a:cubicBezTo>
                  <a:pt x="120922" y="2029883"/>
                  <a:pt x="113618" y="2032954"/>
                  <a:pt x="108222" y="2038350"/>
                </a:cubicBezTo>
                <a:cubicBezTo>
                  <a:pt x="98638" y="2047934"/>
                  <a:pt x="91289" y="2059517"/>
                  <a:pt x="82822" y="2070100"/>
                </a:cubicBezTo>
                <a:cubicBezTo>
                  <a:pt x="80705" y="2078567"/>
                  <a:pt x="80375" y="2087694"/>
                  <a:pt x="76472" y="2095500"/>
                </a:cubicBezTo>
                <a:cubicBezTo>
                  <a:pt x="67129" y="2114187"/>
                  <a:pt x="38478" y="2139844"/>
                  <a:pt x="25672" y="2152650"/>
                </a:cubicBezTo>
                <a:cubicBezTo>
                  <a:pt x="8639" y="2195232"/>
                  <a:pt x="3029" y="2202698"/>
                  <a:pt x="272" y="2260600"/>
                </a:cubicBezTo>
                <a:cubicBezTo>
                  <a:pt x="-640" y="2279746"/>
                  <a:pt x="561" y="2299566"/>
                  <a:pt x="6622" y="2317750"/>
                </a:cubicBezTo>
                <a:cubicBezTo>
                  <a:pt x="22787" y="2366245"/>
                  <a:pt x="32154" y="2351675"/>
                  <a:pt x="70122" y="2368550"/>
                </a:cubicBezTo>
                <a:cubicBezTo>
                  <a:pt x="77096" y="2371650"/>
                  <a:pt x="82962" y="2376814"/>
                  <a:pt x="89172" y="2381250"/>
                </a:cubicBezTo>
                <a:cubicBezTo>
                  <a:pt x="97784" y="2387401"/>
                  <a:pt x="104901" y="2396002"/>
                  <a:pt x="114572" y="2400300"/>
                </a:cubicBezTo>
                <a:cubicBezTo>
                  <a:pt x="124435" y="2404683"/>
                  <a:pt x="135739" y="2404533"/>
                  <a:pt x="146322" y="2406650"/>
                </a:cubicBezTo>
                <a:cubicBezTo>
                  <a:pt x="161139" y="2413000"/>
                  <a:pt x="175307" y="2421151"/>
                  <a:pt x="190772" y="2425700"/>
                </a:cubicBezTo>
                <a:cubicBezTo>
                  <a:pt x="242340" y="2440867"/>
                  <a:pt x="276361" y="2439597"/>
                  <a:pt x="330472" y="2444750"/>
                </a:cubicBezTo>
                <a:cubicBezTo>
                  <a:pt x="349553" y="2446567"/>
                  <a:pt x="368572" y="2448983"/>
                  <a:pt x="387622" y="2451100"/>
                </a:cubicBezTo>
                <a:cubicBezTo>
                  <a:pt x="449005" y="2442633"/>
                  <a:pt x="512265" y="2442976"/>
                  <a:pt x="571772" y="2425700"/>
                </a:cubicBezTo>
                <a:cubicBezTo>
                  <a:pt x="578486" y="2423751"/>
                  <a:pt x="585842" y="2383615"/>
                  <a:pt x="590822" y="2374900"/>
                </a:cubicBezTo>
                <a:cubicBezTo>
                  <a:pt x="616879" y="2329300"/>
                  <a:pt x="604892" y="2370617"/>
                  <a:pt x="628922" y="2317750"/>
                </a:cubicBezTo>
                <a:cubicBezTo>
                  <a:pt x="634462" y="2305563"/>
                  <a:pt x="636473" y="2292007"/>
                  <a:pt x="641622" y="2279650"/>
                </a:cubicBezTo>
                <a:cubicBezTo>
                  <a:pt x="647083" y="2266543"/>
                  <a:pt x="655399" y="2254733"/>
                  <a:pt x="660672" y="2241550"/>
                </a:cubicBezTo>
                <a:cubicBezTo>
                  <a:pt x="665018" y="2230686"/>
                  <a:pt x="671026" y="2193783"/>
                  <a:pt x="673372" y="2184400"/>
                </a:cubicBezTo>
                <a:cubicBezTo>
                  <a:pt x="677109" y="2169451"/>
                  <a:pt x="681839" y="2154767"/>
                  <a:pt x="686072" y="2139950"/>
                </a:cubicBezTo>
                <a:cubicBezTo>
                  <a:pt x="688189" y="2123017"/>
                  <a:pt x="691005" y="2106156"/>
                  <a:pt x="692422" y="2089150"/>
                </a:cubicBezTo>
                <a:cubicBezTo>
                  <a:pt x="695240" y="2055334"/>
                  <a:pt x="694383" y="2021198"/>
                  <a:pt x="698772" y="1987550"/>
                </a:cubicBezTo>
                <a:cubicBezTo>
                  <a:pt x="700765" y="1972270"/>
                  <a:pt x="707239" y="1957917"/>
                  <a:pt x="711472" y="1943100"/>
                </a:cubicBezTo>
                <a:cubicBezTo>
                  <a:pt x="713589" y="1924050"/>
                  <a:pt x="716388" y="1905064"/>
                  <a:pt x="717822" y="1885950"/>
                </a:cubicBezTo>
                <a:cubicBezTo>
                  <a:pt x="733433" y="1677806"/>
                  <a:pt x="683709" y="1735913"/>
                  <a:pt x="749572" y="1670050"/>
                </a:cubicBezTo>
                <a:cubicBezTo>
                  <a:pt x="751689" y="1659467"/>
                  <a:pt x="753304" y="1648771"/>
                  <a:pt x="755922" y="1638300"/>
                </a:cubicBezTo>
                <a:cubicBezTo>
                  <a:pt x="757545" y="1631806"/>
                  <a:pt x="760820" y="1625784"/>
                  <a:pt x="762272" y="1619250"/>
                </a:cubicBezTo>
                <a:cubicBezTo>
                  <a:pt x="765065" y="1606681"/>
                  <a:pt x="766097" y="1593775"/>
                  <a:pt x="768622" y="1581150"/>
                </a:cubicBezTo>
                <a:cubicBezTo>
                  <a:pt x="770334" y="1572592"/>
                  <a:pt x="773260" y="1564308"/>
                  <a:pt x="774972" y="1555750"/>
                </a:cubicBezTo>
                <a:cubicBezTo>
                  <a:pt x="779613" y="1532545"/>
                  <a:pt x="783031" y="1509105"/>
                  <a:pt x="787672" y="1485900"/>
                </a:cubicBezTo>
                <a:cubicBezTo>
                  <a:pt x="789384" y="1477342"/>
                  <a:pt x="789448" y="1467933"/>
                  <a:pt x="794022" y="1460500"/>
                </a:cubicBezTo>
                <a:cubicBezTo>
                  <a:pt x="834731" y="1394348"/>
                  <a:pt x="826910" y="1420192"/>
                  <a:pt x="863872" y="1377950"/>
                </a:cubicBezTo>
                <a:cubicBezTo>
                  <a:pt x="870841" y="1369985"/>
                  <a:pt x="876572" y="1361017"/>
                  <a:pt x="882922" y="1352550"/>
                </a:cubicBezTo>
                <a:cubicBezTo>
                  <a:pt x="900130" y="1300927"/>
                  <a:pt x="903783" y="1300654"/>
                  <a:pt x="863872" y="1212850"/>
                </a:cubicBezTo>
                <a:cubicBezTo>
                  <a:pt x="857996" y="1199924"/>
                  <a:pt x="837586" y="1201676"/>
                  <a:pt x="825772" y="1193800"/>
                </a:cubicBezTo>
                <a:cubicBezTo>
                  <a:pt x="818300" y="1188819"/>
                  <a:pt x="813480" y="1180664"/>
                  <a:pt x="806722" y="1174750"/>
                </a:cubicBezTo>
                <a:cubicBezTo>
                  <a:pt x="751757" y="1126656"/>
                  <a:pt x="796219" y="1174847"/>
                  <a:pt x="743222" y="1111250"/>
                </a:cubicBezTo>
                <a:cubicBezTo>
                  <a:pt x="732272" y="1078399"/>
                  <a:pt x="720817" y="1052905"/>
                  <a:pt x="724172" y="1016000"/>
                </a:cubicBezTo>
                <a:cubicBezTo>
                  <a:pt x="732266" y="926961"/>
                  <a:pt x="735334" y="952415"/>
                  <a:pt x="768622" y="895350"/>
                </a:cubicBezTo>
                <a:cubicBezTo>
                  <a:pt x="818525" y="809802"/>
                  <a:pt x="747271" y="911118"/>
                  <a:pt x="825772" y="806450"/>
                </a:cubicBezTo>
                <a:cubicBezTo>
                  <a:pt x="830005" y="793750"/>
                  <a:pt x="832485" y="780324"/>
                  <a:pt x="838472" y="768350"/>
                </a:cubicBezTo>
                <a:cubicBezTo>
                  <a:pt x="845298" y="754698"/>
                  <a:pt x="863491" y="745509"/>
                  <a:pt x="863872" y="730250"/>
                </a:cubicBezTo>
                <a:cubicBezTo>
                  <a:pt x="865678" y="658026"/>
                  <a:pt x="852193" y="586219"/>
                  <a:pt x="844822" y="514350"/>
                </a:cubicBezTo>
                <a:cubicBezTo>
                  <a:pt x="843721" y="503613"/>
                  <a:pt x="841312" y="493013"/>
                  <a:pt x="838472" y="482600"/>
                </a:cubicBezTo>
                <a:cubicBezTo>
                  <a:pt x="834950" y="469685"/>
                  <a:pt x="830347" y="457081"/>
                  <a:pt x="825772" y="444500"/>
                </a:cubicBezTo>
                <a:cubicBezTo>
                  <a:pt x="821877" y="433788"/>
                  <a:pt x="819609" y="422088"/>
                  <a:pt x="813072" y="412750"/>
                </a:cubicBezTo>
                <a:cubicBezTo>
                  <a:pt x="804489" y="400488"/>
                  <a:pt x="791905" y="391583"/>
                  <a:pt x="781322" y="381000"/>
                </a:cubicBezTo>
                <a:cubicBezTo>
                  <a:pt x="779205" y="372533"/>
                  <a:pt x="780424" y="362415"/>
                  <a:pt x="774972" y="355600"/>
                </a:cubicBezTo>
                <a:cubicBezTo>
                  <a:pt x="770791" y="350373"/>
                  <a:pt x="761734" y="352571"/>
                  <a:pt x="755922" y="349250"/>
                </a:cubicBezTo>
                <a:cubicBezTo>
                  <a:pt x="731960" y="335558"/>
                  <a:pt x="709355" y="319617"/>
                  <a:pt x="686072" y="304800"/>
                </a:cubicBezTo>
                <a:cubicBezTo>
                  <a:pt x="683955" y="292100"/>
                  <a:pt x="680685" y="279539"/>
                  <a:pt x="679722" y="266700"/>
                </a:cubicBezTo>
                <a:cubicBezTo>
                  <a:pt x="674330" y="194811"/>
                  <a:pt x="682661" y="121174"/>
                  <a:pt x="667022" y="50800"/>
                </a:cubicBezTo>
                <a:cubicBezTo>
                  <a:pt x="664118" y="37732"/>
                  <a:pt x="641457" y="42800"/>
                  <a:pt x="628922" y="38100"/>
                </a:cubicBezTo>
                <a:cubicBezTo>
                  <a:pt x="563028" y="13390"/>
                  <a:pt x="594745" y="26174"/>
                  <a:pt x="533672" y="0"/>
                </a:cubicBezTo>
                <a:cubicBezTo>
                  <a:pt x="480755" y="4233"/>
                  <a:pt x="427542" y="5684"/>
                  <a:pt x="374922" y="12700"/>
                </a:cubicBezTo>
                <a:cubicBezTo>
                  <a:pt x="363623" y="14206"/>
                  <a:pt x="353845" y="21398"/>
                  <a:pt x="343172" y="25400"/>
                </a:cubicBezTo>
                <a:cubicBezTo>
                  <a:pt x="324952" y="32232"/>
                  <a:pt x="301897" y="31750"/>
                  <a:pt x="279672" y="38100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scene3d>
            <a:camera prst="isometricLeft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788CDEF0-F179-E1FA-CDBF-D3E21092BDC1}"/>
              </a:ext>
            </a:extLst>
          </p:cNvPr>
          <p:cNvCxnSpPr>
            <a:cxnSpLocks/>
            <a:stCxn id="16" idx="7"/>
            <a:endCxn id="18" idx="0"/>
          </p:cNvCxnSpPr>
          <p:nvPr/>
        </p:nvCxnSpPr>
        <p:spPr>
          <a:xfrm rot="5400000" flipH="1" flipV="1">
            <a:off x="6521222" y="-444748"/>
            <a:ext cx="421873" cy="6677436"/>
          </a:xfrm>
          <a:prstGeom prst="curvedConnector3">
            <a:avLst>
              <a:gd name="adj1" fmla="val 25127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50CDFBCA-3A98-B40F-22C8-6E474D3CA00E}"/>
              </a:ext>
            </a:extLst>
          </p:cNvPr>
          <p:cNvSpPr/>
          <p:nvPr/>
        </p:nvSpPr>
        <p:spPr>
          <a:xfrm>
            <a:off x="3319693" y="3092253"/>
            <a:ext cx="86400" cy="8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2CF9036-0FA8-880D-820F-C3A365E23AE8}"/>
              </a:ext>
            </a:extLst>
          </p:cNvPr>
          <p:cNvSpPr/>
          <p:nvPr/>
        </p:nvSpPr>
        <p:spPr>
          <a:xfrm>
            <a:off x="10027676" y="2683033"/>
            <a:ext cx="86400" cy="8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6952EEA-3AB7-F8AA-6E38-6509AE9590E9}"/>
              </a:ext>
            </a:extLst>
          </p:cNvPr>
          <p:cNvSpPr/>
          <p:nvPr/>
        </p:nvSpPr>
        <p:spPr>
          <a:xfrm>
            <a:off x="4364132" y="1762645"/>
            <a:ext cx="895215" cy="3639845"/>
          </a:xfrm>
          <a:custGeom>
            <a:avLst/>
            <a:gdLst>
              <a:gd name="connsiteX0" fmla="*/ 279672 w 895215"/>
              <a:gd name="connsiteY0" fmla="*/ 38100 h 2451100"/>
              <a:gd name="connsiteX1" fmla="*/ 209822 w 895215"/>
              <a:gd name="connsiteY1" fmla="*/ 63500 h 2451100"/>
              <a:gd name="connsiteX2" fmla="*/ 171722 w 895215"/>
              <a:gd name="connsiteY2" fmla="*/ 114300 h 2451100"/>
              <a:gd name="connsiteX3" fmla="*/ 152672 w 895215"/>
              <a:gd name="connsiteY3" fmla="*/ 177800 h 2451100"/>
              <a:gd name="connsiteX4" fmla="*/ 139972 w 895215"/>
              <a:gd name="connsiteY4" fmla="*/ 228600 h 2451100"/>
              <a:gd name="connsiteX5" fmla="*/ 133622 w 895215"/>
              <a:gd name="connsiteY5" fmla="*/ 298450 h 2451100"/>
              <a:gd name="connsiteX6" fmla="*/ 159022 w 895215"/>
              <a:gd name="connsiteY6" fmla="*/ 400050 h 2451100"/>
              <a:gd name="connsiteX7" fmla="*/ 178072 w 895215"/>
              <a:gd name="connsiteY7" fmla="*/ 469900 h 2451100"/>
              <a:gd name="connsiteX8" fmla="*/ 184422 w 895215"/>
              <a:gd name="connsiteY8" fmla="*/ 514350 h 2451100"/>
              <a:gd name="connsiteX9" fmla="*/ 203472 w 895215"/>
              <a:gd name="connsiteY9" fmla="*/ 533400 h 2451100"/>
              <a:gd name="connsiteX10" fmla="*/ 209822 w 895215"/>
              <a:gd name="connsiteY10" fmla="*/ 558800 h 2451100"/>
              <a:gd name="connsiteX11" fmla="*/ 184422 w 895215"/>
              <a:gd name="connsiteY11" fmla="*/ 615950 h 2451100"/>
              <a:gd name="connsiteX12" fmla="*/ 108222 w 895215"/>
              <a:gd name="connsiteY12" fmla="*/ 673100 h 2451100"/>
              <a:gd name="connsiteX13" fmla="*/ 70122 w 895215"/>
              <a:gd name="connsiteY13" fmla="*/ 711200 h 2451100"/>
              <a:gd name="connsiteX14" fmla="*/ 95522 w 895215"/>
              <a:gd name="connsiteY14" fmla="*/ 933450 h 2451100"/>
              <a:gd name="connsiteX15" fmla="*/ 127272 w 895215"/>
              <a:gd name="connsiteY15" fmla="*/ 1028700 h 2451100"/>
              <a:gd name="connsiteX16" fmla="*/ 120922 w 895215"/>
              <a:gd name="connsiteY16" fmla="*/ 1168400 h 2451100"/>
              <a:gd name="connsiteX17" fmla="*/ 95522 w 895215"/>
              <a:gd name="connsiteY17" fmla="*/ 1257300 h 2451100"/>
              <a:gd name="connsiteX18" fmla="*/ 82822 w 895215"/>
              <a:gd name="connsiteY18" fmla="*/ 1320800 h 2451100"/>
              <a:gd name="connsiteX19" fmla="*/ 114572 w 895215"/>
              <a:gd name="connsiteY19" fmla="*/ 1435100 h 2451100"/>
              <a:gd name="connsiteX20" fmla="*/ 127272 w 895215"/>
              <a:gd name="connsiteY20" fmla="*/ 1454150 h 2451100"/>
              <a:gd name="connsiteX21" fmla="*/ 152672 w 895215"/>
              <a:gd name="connsiteY21" fmla="*/ 1587500 h 2451100"/>
              <a:gd name="connsiteX22" fmla="*/ 171722 w 895215"/>
              <a:gd name="connsiteY22" fmla="*/ 1657350 h 2451100"/>
              <a:gd name="connsiteX23" fmla="*/ 235222 w 895215"/>
              <a:gd name="connsiteY23" fmla="*/ 1733550 h 2451100"/>
              <a:gd name="connsiteX24" fmla="*/ 254272 w 895215"/>
              <a:gd name="connsiteY24" fmla="*/ 1758950 h 2451100"/>
              <a:gd name="connsiteX25" fmla="*/ 209822 w 895215"/>
              <a:gd name="connsiteY25" fmla="*/ 1917700 h 2451100"/>
              <a:gd name="connsiteX26" fmla="*/ 127272 w 895215"/>
              <a:gd name="connsiteY26" fmla="*/ 2025650 h 2451100"/>
              <a:gd name="connsiteX27" fmla="*/ 108222 w 895215"/>
              <a:gd name="connsiteY27" fmla="*/ 2038350 h 2451100"/>
              <a:gd name="connsiteX28" fmla="*/ 82822 w 895215"/>
              <a:gd name="connsiteY28" fmla="*/ 2070100 h 2451100"/>
              <a:gd name="connsiteX29" fmla="*/ 76472 w 895215"/>
              <a:gd name="connsiteY29" fmla="*/ 2095500 h 2451100"/>
              <a:gd name="connsiteX30" fmla="*/ 25672 w 895215"/>
              <a:gd name="connsiteY30" fmla="*/ 2152650 h 2451100"/>
              <a:gd name="connsiteX31" fmla="*/ 272 w 895215"/>
              <a:gd name="connsiteY31" fmla="*/ 2260600 h 2451100"/>
              <a:gd name="connsiteX32" fmla="*/ 6622 w 895215"/>
              <a:gd name="connsiteY32" fmla="*/ 2317750 h 2451100"/>
              <a:gd name="connsiteX33" fmla="*/ 70122 w 895215"/>
              <a:gd name="connsiteY33" fmla="*/ 2368550 h 2451100"/>
              <a:gd name="connsiteX34" fmla="*/ 89172 w 895215"/>
              <a:gd name="connsiteY34" fmla="*/ 2381250 h 2451100"/>
              <a:gd name="connsiteX35" fmla="*/ 114572 w 895215"/>
              <a:gd name="connsiteY35" fmla="*/ 2400300 h 2451100"/>
              <a:gd name="connsiteX36" fmla="*/ 146322 w 895215"/>
              <a:gd name="connsiteY36" fmla="*/ 2406650 h 2451100"/>
              <a:gd name="connsiteX37" fmla="*/ 190772 w 895215"/>
              <a:gd name="connsiteY37" fmla="*/ 2425700 h 2451100"/>
              <a:gd name="connsiteX38" fmla="*/ 330472 w 895215"/>
              <a:gd name="connsiteY38" fmla="*/ 2444750 h 2451100"/>
              <a:gd name="connsiteX39" fmla="*/ 387622 w 895215"/>
              <a:gd name="connsiteY39" fmla="*/ 2451100 h 2451100"/>
              <a:gd name="connsiteX40" fmla="*/ 571772 w 895215"/>
              <a:gd name="connsiteY40" fmla="*/ 2425700 h 2451100"/>
              <a:gd name="connsiteX41" fmla="*/ 590822 w 895215"/>
              <a:gd name="connsiteY41" fmla="*/ 2374900 h 2451100"/>
              <a:gd name="connsiteX42" fmla="*/ 628922 w 895215"/>
              <a:gd name="connsiteY42" fmla="*/ 2317750 h 2451100"/>
              <a:gd name="connsiteX43" fmla="*/ 641622 w 895215"/>
              <a:gd name="connsiteY43" fmla="*/ 2279650 h 2451100"/>
              <a:gd name="connsiteX44" fmla="*/ 660672 w 895215"/>
              <a:gd name="connsiteY44" fmla="*/ 2241550 h 2451100"/>
              <a:gd name="connsiteX45" fmla="*/ 673372 w 895215"/>
              <a:gd name="connsiteY45" fmla="*/ 2184400 h 2451100"/>
              <a:gd name="connsiteX46" fmla="*/ 686072 w 895215"/>
              <a:gd name="connsiteY46" fmla="*/ 2139950 h 2451100"/>
              <a:gd name="connsiteX47" fmla="*/ 692422 w 895215"/>
              <a:gd name="connsiteY47" fmla="*/ 2089150 h 2451100"/>
              <a:gd name="connsiteX48" fmla="*/ 698772 w 895215"/>
              <a:gd name="connsiteY48" fmla="*/ 1987550 h 2451100"/>
              <a:gd name="connsiteX49" fmla="*/ 711472 w 895215"/>
              <a:gd name="connsiteY49" fmla="*/ 1943100 h 2451100"/>
              <a:gd name="connsiteX50" fmla="*/ 717822 w 895215"/>
              <a:gd name="connsiteY50" fmla="*/ 1885950 h 2451100"/>
              <a:gd name="connsiteX51" fmla="*/ 749572 w 895215"/>
              <a:gd name="connsiteY51" fmla="*/ 1670050 h 2451100"/>
              <a:gd name="connsiteX52" fmla="*/ 755922 w 895215"/>
              <a:gd name="connsiteY52" fmla="*/ 1638300 h 2451100"/>
              <a:gd name="connsiteX53" fmla="*/ 762272 w 895215"/>
              <a:gd name="connsiteY53" fmla="*/ 1619250 h 2451100"/>
              <a:gd name="connsiteX54" fmla="*/ 768622 w 895215"/>
              <a:gd name="connsiteY54" fmla="*/ 1581150 h 2451100"/>
              <a:gd name="connsiteX55" fmla="*/ 774972 w 895215"/>
              <a:gd name="connsiteY55" fmla="*/ 1555750 h 2451100"/>
              <a:gd name="connsiteX56" fmla="*/ 787672 w 895215"/>
              <a:gd name="connsiteY56" fmla="*/ 1485900 h 2451100"/>
              <a:gd name="connsiteX57" fmla="*/ 794022 w 895215"/>
              <a:gd name="connsiteY57" fmla="*/ 1460500 h 2451100"/>
              <a:gd name="connsiteX58" fmla="*/ 863872 w 895215"/>
              <a:gd name="connsiteY58" fmla="*/ 1377950 h 2451100"/>
              <a:gd name="connsiteX59" fmla="*/ 882922 w 895215"/>
              <a:gd name="connsiteY59" fmla="*/ 1352550 h 2451100"/>
              <a:gd name="connsiteX60" fmla="*/ 863872 w 895215"/>
              <a:gd name="connsiteY60" fmla="*/ 1212850 h 2451100"/>
              <a:gd name="connsiteX61" fmla="*/ 825772 w 895215"/>
              <a:gd name="connsiteY61" fmla="*/ 1193800 h 2451100"/>
              <a:gd name="connsiteX62" fmla="*/ 806722 w 895215"/>
              <a:gd name="connsiteY62" fmla="*/ 1174750 h 2451100"/>
              <a:gd name="connsiteX63" fmla="*/ 743222 w 895215"/>
              <a:gd name="connsiteY63" fmla="*/ 1111250 h 2451100"/>
              <a:gd name="connsiteX64" fmla="*/ 724172 w 895215"/>
              <a:gd name="connsiteY64" fmla="*/ 1016000 h 2451100"/>
              <a:gd name="connsiteX65" fmla="*/ 768622 w 895215"/>
              <a:gd name="connsiteY65" fmla="*/ 895350 h 2451100"/>
              <a:gd name="connsiteX66" fmla="*/ 825772 w 895215"/>
              <a:gd name="connsiteY66" fmla="*/ 806450 h 2451100"/>
              <a:gd name="connsiteX67" fmla="*/ 838472 w 895215"/>
              <a:gd name="connsiteY67" fmla="*/ 768350 h 2451100"/>
              <a:gd name="connsiteX68" fmla="*/ 863872 w 895215"/>
              <a:gd name="connsiteY68" fmla="*/ 730250 h 2451100"/>
              <a:gd name="connsiteX69" fmla="*/ 844822 w 895215"/>
              <a:gd name="connsiteY69" fmla="*/ 514350 h 2451100"/>
              <a:gd name="connsiteX70" fmla="*/ 838472 w 895215"/>
              <a:gd name="connsiteY70" fmla="*/ 482600 h 2451100"/>
              <a:gd name="connsiteX71" fmla="*/ 825772 w 895215"/>
              <a:gd name="connsiteY71" fmla="*/ 444500 h 2451100"/>
              <a:gd name="connsiteX72" fmla="*/ 813072 w 895215"/>
              <a:gd name="connsiteY72" fmla="*/ 412750 h 2451100"/>
              <a:gd name="connsiteX73" fmla="*/ 781322 w 895215"/>
              <a:gd name="connsiteY73" fmla="*/ 381000 h 2451100"/>
              <a:gd name="connsiteX74" fmla="*/ 774972 w 895215"/>
              <a:gd name="connsiteY74" fmla="*/ 355600 h 2451100"/>
              <a:gd name="connsiteX75" fmla="*/ 755922 w 895215"/>
              <a:gd name="connsiteY75" fmla="*/ 349250 h 2451100"/>
              <a:gd name="connsiteX76" fmla="*/ 686072 w 895215"/>
              <a:gd name="connsiteY76" fmla="*/ 304800 h 2451100"/>
              <a:gd name="connsiteX77" fmla="*/ 679722 w 895215"/>
              <a:gd name="connsiteY77" fmla="*/ 266700 h 2451100"/>
              <a:gd name="connsiteX78" fmla="*/ 667022 w 895215"/>
              <a:gd name="connsiteY78" fmla="*/ 50800 h 2451100"/>
              <a:gd name="connsiteX79" fmla="*/ 628922 w 895215"/>
              <a:gd name="connsiteY79" fmla="*/ 38100 h 2451100"/>
              <a:gd name="connsiteX80" fmla="*/ 533672 w 895215"/>
              <a:gd name="connsiteY80" fmla="*/ 0 h 2451100"/>
              <a:gd name="connsiteX81" fmla="*/ 374922 w 895215"/>
              <a:gd name="connsiteY81" fmla="*/ 12700 h 2451100"/>
              <a:gd name="connsiteX82" fmla="*/ 343172 w 895215"/>
              <a:gd name="connsiteY82" fmla="*/ 25400 h 2451100"/>
              <a:gd name="connsiteX83" fmla="*/ 279672 w 895215"/>
              <a:gd name="connsiteY83" fmla="*/ 38100 h 245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895215" h="2451100">
                <a:moveTo>
                  <a:pt x="279672" y="38100"/>
                </a:moveTo>
                <a:cubicBezTo>
                  <a:pt x="257447" y="44450"/>
                  <a:pt x="231981" y="52420"/>
                  <a:pt x="209822" y="63500"/>
                </a:cubicBezTo>
                <a:cubicBezTo>
                  <a:pt x="195131" y="70845"/>
                  <a:pt x="177407" y="102930"/>
                  <a:pt x="171722" y="114300"/>
                </a:cubicBezTo>
                <a:cubicBezTo>
                  <a:pt x="156003" y="145737"/>
                  <a:pt x="160320" y="144657"/>
                  <a:pt x="152672" y="177800"/>
                </a:cubicBezTo>
                <a:cubicBezTo>
                  <a:pt x="148747" y="194807"/>
                  <a:pt x="144205" y="211667"/>
                  <a:pt x="139972" y="228600"/>
                </a:cubicBezTo>
                <a:cubicBezTo>
                  <a:pt x="137855" y="251883"/>
                  <a:pt x="131040" y="275214"/>
                  <a:pt x="133622" y="298450"/>
                </a:cubicBezTo>
                <a:cubicBezTo>
                  <a:pt x="137477" y="333145"/>
                  <a:pt x="151285" y="366009"/>
                  <a:pt x="159022" y="400050"/>
                </a:cubicBezTo>
                <a:cubicBezTo>
                  <a:pt x="174171" y="466707"/>
                  <a:pt x="154459" y="410868"/>
                  <a:pt x="178072" y="469900"/>
                </a:cubicBezTo>
                <a:cubicBezTo>
                  <a:pt x="180189" y="484717"/>
                  <a:pt x="178863" y="500453"/>
                  <a:pt x="184422" y="514350"/>
                </a:cubicBezTo>
                <a:cubicBezTo>
                  <a:pt x="187757" y="522688"/>
                  <a:pt x="199017" y="525603"/>
                  <a:pt x="203472" y="533400"/>
                </a:cubicBezTo>
                <a:cubicBezTo>
                  <a:pt x="207802" y="540977"/>
                  <a:pt x="207705" y="550333"/>
                  <a:pt x="209822" y="558800"/>
                </a:cubicBezTo>
                <a:cubicBezTo>
                  <a:pt x="201355" y="577850"/>
                  <a:pt x="196288" y="598810"/>
                  <a:pt x="184422" y="615950"/>
                </a:cubicBezTo>
                <a:cubicBezTo>
                  <a:pt x="178866" y="623975"/>
                  <a:pt x="109408" y="672096"/>
                  <a:pt x="108222" y="673100"/>
                </a:cubicBezTo>
                <a:cubicBezTo>
                  <a:pt x="94511" y="684701"/>
                  <a:pt x="82822" y="698500"/>
                  <a:pt x="70122" y="711200"/>
                </a:cubicBezTo>
                <a:cubicBezTo>
                  <a:pt x="78589" y="785283"/>
                  <a:pt x="84538" y="859698"/>
                  <a:pt x="95522" y="933450"/>
                </a:cubicBezTo>
                <a:cubicBezTo>
                  <a:pt x="105543" y="1000734"/>
                  <a:pt x="103220" y="992623"/>
                  <a:pt x="127272" y="1028700"/>
                </a:cubicBezTo>
                <a:cubicBezTo>
                  <a:pt x="125155" y="1075267"/>
                  <a:pt x="127335" y="1122228"/>
                  <a:pt x="120922" y="1168400"/>
                </a:cubicBezTo>
                <a:cubicBezTo>
                  <a:pt x="116682" y="1198926"/>
                  <a:pt x="102997" y="1227401"/>
                  <a:pt x="95522" y="1257300"/>
                </a:cubicBezTo>
                <a:cubicBezTo>
                  <a:pt x="86049" y="1295191"/>
                  <a:pt x="90607" y="1274092"/>
                  <a:pt x="82822" y="1320800"/>
                </a:cubicBezTo>
                <a:cubicBezTo>
                  <a:pt x="93405" y="1358900"/>
                  <a:pt x="102068" y="1397587"/>
                  <a:pt x="114572" y="1435100"/>
                </a:cubicBezTo>
                <a:cubicBezTo>
                  <a:pt x="116985" y="1442340"/>
                  <a:pt x="126193" y="1446595"/>
                  <a:pt x="127272" y="1454150"/>
                </a:cubicBezTo>
                <a:cubicBezTo>
                  <a:pt x="146675" y="1589971"/>
                  <a:pt x="103685" y="1538513"/>
                  <a:pt x="152672" y="1587500"/>
                </a:cubicBezTo>
                <a:cubicBezTo>
                  <a:pt x="156221" y="1601695"/>
                  <a:pt x="168170" y="1650689"/>
                  <a:pt x="171722" y="1657350"/>
                </a:cubicBezTo>
                <a:cubicBezTo>
                  <a:pt x="197427" y="1705547"/>
                  <a:pt x="205931" y="1700074"/>
                  <a:pt x="235222" y="1733550"/>
                </a:cubicBezTo>
                <a:cubicBezTo>
                  <a:pt x="242191" y="1741515"/>
                  <a:pt x="247922" y="1750483"/>
                  <a:pt x="254272" y="1758950"/>
                </a:cubicBezTo>
                <a:cubicBezTo>
                  <a:pt x="239455" y="1811867"/>
                  <a:pt x="228111" y="1865881"/>
                  <a:pt x="209822" y="1917700"/>
                </a:cubicBezTo>
                <a:cubicBezTo>
                  <a:pt x="196400" y="1955728"/>
                  <a:pt x="160561" y="2003457"/>
                  <a:pt x="127272" y="2025650"/>
                </a:cubicBezTo>
                <a:cubicBezTo>
                  <a:pt x="120922" y="2029883"/>
                  <a:pt x="113618" y="2032954"/>
                  <a:pt x="108222" y="2038350"/>
                </a:cubicBezTo>
                <a:cubicBezTo>
                  <a:pt x="98638" y="2047934"/>
                  <a:pt x="91289" y="2059517"/>
                  <a:pt x="82822" y="2070100"/>
                </a:cubicBezTo>
                <a:cubicBezTo>
                  <a:pt x="80705" y="2078567"/>
                  <a:pt x="80375" y="2087694"/>
                  <a:pt x="76472" y="2095500"/>
                </a:cubicBezTo>
                <a:cubicBezTo>
                  <a:pt x="67129" y="2114187"/>
                  <a:pt x="38478" y="2139844"/>
                  <a:pt x="25672" y="2152650"/>
                </a:cubicBezTo>
                <a:cubicBezTo>
                  <a:pt x="8639" y="2195232"/>
                  <a:pt x="3029" y="2202698"/>
                  <a:pt x="272" y="2260600"/>
                </a:cubicBezTo>
                <a:cubicBezTo>
                  <a:pt x="-640" y="2279746"/>
                  <a:pt x="561" y="2299566"/>
                  <a:pt x="6622" y="2317750"/>
                </a:cubicBezTo>
                <a:cubicBezTo>
                  <a:pt x="22787" y="2366245"/>
                  <a:pt x="32154" y="2351675"/>
                  <a:pt x="70122" y="2368550"/>
                </a:cubicBezTo>
                <a:cubicBezTo>
                  <a:pt x="77096" y="2371650"/>
                  <a:pt x="82962" y="2376814"/>
                  <a:pt x="89172" y="2381250"/>
                </a:cubicBezTo>
                <a:cubicBezTo>
                  <a:pt x="97784" y="2387401"/>
                  <a:pt x="104901" y="2396002"/>
                  <a:pt x="114572" y="2400300"/>
                </a:cubicBezTo>
                <a:cubicBezTo>
                  <a:pt x="124435" y="2404683"/>
                  <a:pt x="135739" y="2404533"/>
                  <a:pt x="146322" y="2406650"/>
                </a:cubicBezTo>
                <a:cubicBezTo>
                  <a:pt x="161139" y="2413000"/>
                  <a:pt x="175307" y="2421151"/>
                  <a:pt x="190772" y="2425700"/>
                </a:cubicBezTo>
                <a:cubicBezTo>
                  <a:pt x="242340" y="2440867"/>
                  <a:pt x="276361" y="2439597"/>
                  <a:pt x="330472" y="2444750"/>
                </a:cubicBezTo>
                <a:cubicBezTo>
                  <a:pt x="349553" y="2446567"/>
                  <a:pt x="368572" y="2448983"/>
                  <a:pt x="387622" y="2451100"/>
                </a:cubicBezTo>
                <a:cubicBezTo>
                  <a:pt x="449005" y="2442633"/>
                  <a:pt x="512265" y="2442976"/>
                  <a:pt x="571772" y="2425700"/>
                </a:cubicBezTo>
                <a:cubicBezTo>
                  <a:pt x="578486" y="2423751"/>
                  <a:pt x="585842" y="2383615"/>
                  <a:pt x="590822" y="2374900"/>
                </a:cubicBezTo>
                <a:cubicBezTo>
                  <a:pt x="616879" y="2329300"/>
                  <a:pt x="604892" y="2370617"/>
                  <a:pt x="628922" y="2317750"/>
                </a:cubicBezTo>
                <a:cubicBezTo>
                  <a:pt x="634462" y="2305563"/>
                  <a:pt x="636473" y="2292007"/>
                  <a:pt x="641622" y="2279650"/>
                </a:cubicBezTo>
                <a:cubicBezTo>
                  <a:pt x="647083" y="2266543"/>
                  <a:pt x="655399" y="2254733"/>
                  <a:pt x="660672" y="2241550"/>
                </a:cubicBezTo>
                <a:cubicBezTo>
                  <a:pt x="665018" y="2230686"/>
                  <a:pt x="671026" y="2193783"/>
                  <a:pt x="673372" y="2184400"/>
                </a:cubicBezTo>
                <a:cubicBezTo>
                  <a:pt x="677109" y="2169451"/>
                  <a:pt x="681839" y="2154767"/>
                  <a:pt x="686072" y="2139950"/>
                </a:cubicBezTo>
                <a:cubicBezTo>
                  <a:pt x="688189" y="2123017"/>
                  <a:pt x="691005" y="2106156"/>
                  <a:pt x="692422" y="2089150"/>
                </a:cubicBezTo>
                <a:cubicBezTo>
                  <a:pt x="695240" y="2055334"/>
                  <a:pt x="694383" y="2021198"/>
                  <a:pt x="698772" y="1987550"/>
                </a:cubicBezTo>
                <a:cubicBezTo>
                  <a:pt x="700765" y="1972270"/>
                  <a:pt x="707239" y="1957917"/>
                  <a:pt x="711472" y="1943100"/>
                </a:cubicBezTo>
                <a:cubicBezTo>
                  <a:pt x="713589" y="1924050"/>
                  <a:pt x="716388" y="1905064"/>
                  <a:pt x="717822" y="1885950"/>
                </a:cubicBezTo>
                <a:cubicBezTo>
                  <a:pt x="733433" y="1677806"/>
                  <a:pt x="683709" y="1735913"/>
                  <a:pt x="749572" y="1670050"/>
                </a:cubicBezTo>
                <a:cubicBezTo>
                  <a:pt x="751689" y="1659467"/>
                  <a:pt x="753304" y="1648771"/>
                  <a:pt x="755922" y="1638300"/>
                </a:cubicBezTo>
                <a:cubicBezTo>
                  <a:pt x="757545" y="1631806"/>
                  <a:pt x="760820" y="1625784"/>
                  <a:pt x="762272" y="1619250"/>
                </a:cubicBezTo>
                <a:cubicBezTo>
                  <a:pt x="765065" y="1606681"/>
                  <a:pt x="766097" y="1593775"/>
                  <a:pt x="768622" y="1581150"/>
                </a:cubicBezTo>
                <a:cubicBezTo>
                  <a:pt x="770334" y="1572592"/>
                  <a:pt x="773260" y="1564308"/>
                  <a:pt x="774972" y="1555750"/>
                </a:cubicBezTo>
                <a:cubicBezTo>
                  <a:pt x="779613" y="1532545"/>
                  <a:pt x="783031" y="1509105"/>
                  <a:pt x="787672" y="1485900"/>
                </a:cubicBezTo>
                <a:cubicBezTo>
                  <a:pt x="789384" y="1477342"/>
                  <a:pt x="789448" y="1467933"/>
                  <a:pt x="794022" y="1460500"/>
                </a:cubicBezTo>
                <a:cubicBezTo>
                  <a:pt x="834731" y="1394348"/>
                  <a:pt x="826910" y="1420192"/>
                  <a:pt x="863872" y="1377950"/>
                </a:cubicBezTo>
                <a:cubicBezTo>
                  <a:pt x="870841" y="1369985"/>
                  <a:pt x="876572" y="1361017"/>
                  <a:pt x="882922" y="1352550"/>
                </a:cubicBezTo>
                <a:cubicBezTo>
                  <a:pt x="900130" y="1300927"/>
                  <a:pt x="903783" y="1300654"/>
                  <a:pt x="863872" y="1212850"/>
                </a:cubicBezTo>
                <a:cubicBezTo>
                  <a:pt x="857996" y="1199924"/>
                  <a:pt x="837586" y="1201676"/>
                  <a:pt x="825772" y="1193800"/>
                </a:cubicBezTo>
                <a:cubicBezTo>
                  <a:pt x="818300" y="1188819"/>
                  <a:pt x="813480" y="1180664"/>
                  <a:pt x="806722" y="1174750"/>
                </a:cubicBezTo>
                <a:cubicBezTo>
                  <a:pt x="751757" y="1126656"/>
                  <a:pt x="796219" y="1174847"/>
                  <a:pt x="743222" y="1111250"/>
                </a:cubicBezTo>
                <a:cubicBezTo>
                  <a:pt x="732272" y="1078399"/>
                  <a:pt x="720817" y="1052905"/>
                  <a:pt x="724172" y="1016000"/>
                </a:cubicBezTo>
                <a:cubicBezTo>
                  <a:pt x="732266" y="926961"/>
                  <a:pt x="735334" y="952415"/>
                  <a:pt x="768622" y="895350"/>
                </a:cubicBezTo>
                <a:cubicBezTo>
                  <a:pt x="818525" y="809802"/>
                  <a:pt x="747271" y="911118"/>
                  <a:pt x="825772" y="806450"/>
                </a:cubicBezTo>
                <a:cubicBezTo>
                  <a:pt x="830005" y="793750"/>
                  <a:pt x="832485" y="780324"/>
                  <a:pt x="838472" y="768350"/>
                </a:cubicBezTo>
                <a:cubicBezTo>
                  <a:pt x="845298" y="754698"/>
                  <a:pt x="863491" y="745509"/>
                  <a:pt x="863872" y="730250"/>
                </a:cubicBezTo>
                <a:cubicBezTo>
                  <a:pt x="865678" y="658026"/>
                  <a:pt x="852193" y="586219"/>
                  <a:pt x="844822" y="514350"/>
                </a:cubicBezTo>
                <a:cubicBezTo>
                  <a:pt x="843721" y="503613"/>
                  <a:pt x="841312" y="493013"/>
                  <a:pt x="838472" y="482600"/>
                </a:cubicBezTo>
                <a:cubicBezTo>
                  <a:pt x="834950" y="469685"/>
                  <a:pt x="830347" y="457081"/>
                  <a:pt x="825772" y="444500"/>
                </a:cubicBezTo>
                <a:cubicBezTo>
                  <a:pt x="821877" y="433788"/>
                  <a:pt x="819609" y="422088"/>
                  <a:pt x="813072" y="412750"/>
                </a:cubicBezTo>
                <a:cubicBezTo>
                  <a:pt x="804489" y="400488"/>
                  <a:pt x="791905" y="391583"/>
                  <a:pt x="781322" y="381000"/>
                </a:cubicBezTo>
                <a:cubicBezTo>
                  <a:pt x="779205" y="372533"/>
                  <a:pt x="780424" y="362415"/>
                  <a:pt x="774972" y="355600"/>
                </a:cubicBezTo>
                <a:cubicBezTo>
                  <a:pt x="770791" y="350373"/>
                  <a:pt x="761734" y="352571"/>
                  <a:pt x="755922" y="349250"/>
                </a:cubicBezTo>
                <a:cubicBezTo>
                  <a:pt x="731960" y="335558"/>
                  <a:pt x="709355" y="319617"/>
                  <a:pt x="686072" y="304800"/>
                </a:cubicBezTo>
                <a:cubicBezTo>
                  <a:pt x="683955" y="292100"/>
                  <a:pt x="680685" y="279539"/>
                  <a:pt x="679722" y="266700"/>
                </a:cubicBezTo>
                <a:cubicBezTo>
                  <a:pt x="674330" y="194811"/>
                  <a:pt x="682661" y="121174"/>
                  <a:pt x="667022" y="50800"/>
                </a:cubicBezTo>
                <a:cubicBezTo>
                  <a:pt x="664118" y="37732"/>
                  <a:pt x="641457" y="42800"/>
                  <a:pt x="628922" y="38100"/>
                </a:cubicBezTo>
                <a:cubicBezTo>
                  <a:pt x="563028" y="13390"/>
                  <a:pt x="594745" y="26174"/>
                  <a:pt x="533672" y="0"/>
                </a:cubicBezTo>
                <a:cubicBezTo>
                  <a:pt x="480755" y="4233"/>
                  <a:pt x="427542" y="5684"/>
                  <a:pt x="374922" y="12700"/>
                </a:cubicBezTo>
                <a:cubicBezTo>
                  <a:pt x="363623" y="14206"/>
                  <a:pt x="353845" y="21398"/>
                  <a:pt x="343172" y="25400"/>
                </a:cubicBezTo>
                <a:cubicBezTo>
                  <a:pt x="324952" y="32232"/>
                  <a:pt x="301897" y="31750"/>
                  <a:pt x="279672" y="38100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scene3d>
            <a:camera prst="isometricLeft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6CAC99B-7BA7-F832-0B73-31560D861EAA}"/>
              </a:ext>
            </a:extLst>
          </p:cNvPr>
          <p:cNvSpPr/>
          <p:nvPr/>
        </p:nvSpPr>
        <p:spPr>
          <a:xfrm>
            <a:off x="4732925" y="3400990"/>
            <a:ext cx="86400" cy="8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AA257D4-DCC8-52CB-8F85-5BF823E3A1DF}"/>
              </a:ext>
            </a:extLst>
          </p:cNvPr>
          <p:cNvSpPr/>
          <p:nvPr/>
        </p:nvSpPr>
        <p:spPr>
          <a:xfrm>
            <a:off x="10332675" y="3342600"/>
            <a:ext cx="86400" cy="8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EF5C8CFE-0D78-9CEA-EA5F-9758929BD1D0}"/>
              </a:ext>
            </a:extLst>
          </p:cNvPr>
          <p:cNvCxnSpPr>
            <a:cxnSpLocks/>
            <a:stCxn id="30" idx="4"/>
            <a:endCxn id="29" idx="4"/>
          </p:cNvCxnSpPr>
          <p:nvPr/>
        </p:nvCxnSpPr>
        <p:spPr>
          <a:xfrm rot="5400000">
            <a:off x="7546805" y="658320"/>
            <a:ext cx="58390" cy="5599750"/>
          </a:xfrm>
          <a:prstGeom prst="curvedConnector3">
            <a:avLst>
              <a:gd name="adj1" fmla="val 1127702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DE4F623-F14D-65B8-0E62-1735F5300A31}"/>
              </a:ext>
            </a:extLst>
          </p:cNvPr>
          <p:cNvCxnSpPr>
            <a:cxnSpLocks/>
          </p:cNvCxnSpPr>
          <p:nvPr/>
        </p:nvCxnSpPr>
        <p:spPr>
          <a:xfrm>
            <a:off x="5370439" y="3481974"/>
            <a:ext cx="5339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3402BD2-2336-CAB6-D733-40E596536836}"/>
              </a:ext>
            </a:extLst>
          </p:cNvPr>
          <p:cNvCxnSpPr>
            <a:cxnSpLocks/>
          </p:cNvCxnSpPr>
          <p:nvPr/>
        </p:nvCxnSpPr>
        <p:spPr>
          <a:xfrm>
            <a:off x="3804356" y="3549827"/>
            <a:ext cx="5339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12CE798-7317-E22A-2BE6-344FCDC7F624}"/>
              </a:ext>
            </a:extLst>
          </p:cNvPr>
          <p:cNvSpPr txBox="1"/>
          <p:nvPr/>
        </p:nvSpPr>
        <p:spPr>
          <a:xfrm rot="2128413">
            <a:off x="9790243" y="2943425"/>
            <a:ext cx="474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8B5DD6B7-E659-7924-1EBB-FB3AE5179B4B}"/>
              </a:ext>
            </a:extLst>
          </p:cNvPr>
          <p:cNvCxnSpPr>
            <a:cxnSpLocks/>
          </p:cNvCxnSpPr>
          <p:nvPr/>
        </p:nvCxnSpPr>
        <p:spPr>
          <a:xfrm>
            <a:off x="4776125" y="1802490"/>
            <a:ext cx="0" cy="36000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11C9179-0AC8-B456-1D8C-6FB2BA67862F}"/>
                  </a:ext>
                </a:extLst>
              </p:cNvPr>
              <p:cNvSpPr txBox="1"/>
              <p:nvPr/>
            </p:nvSpPr>
            <p:spPr>
              <a:xfrm>
                <a:off x="4556930" y="1055017"/>
                <a:ext cx="50174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F11C9179-0AC8-B456-1D8C-6FB2BA678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930" y="1055017"/>
                <a:ext cx="501740" cy="246221"/>
              </a:xfrm>
              <a:prstGeom prst="rect">
                <a:avLst/>
              </a:prstGeom>
              <a:blipFill>
                <a:blip r:embed="rId11"/>
                <a:stretch>
                  <a:fillRect l="-7317" r="-7317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6FE16E1-1A44-4A24-3EDF-26F0BDD46DC7}"/>
                  </a:ext>
                </a:extLst>
              </p:cNvPr>
              <p:cNvSpPr txBox="1"/>
              <p:nvPr/>
            </p:nvSpPr>
            <p:spPr>
              <a:xfrm>
                <a:off x="4683582" y="5556334"/>
                <a:ext cx="43697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6FE16E1-1A44-4A24-3EDF-26F0BDD46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82" y="5556334"/>
                <a:ext cx="436979" cy="246221"/>
              </a:xfrm>
              <a:prstGeom prst="rect">
                <a:avLst/>
              </a:prstGeom>
              <a:blipFill>
                <a:blip r:embed="rId12"/>
                <a:stretch>
                  <a:fillRect l="-4167" r="-1389"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CB39B81A-F79C-6F49-4712-37EAABB353CF}"/>
              </a:ext>
            </a:extLst>
          </p:cNvPr>
          <p:cNvSpPr txBox="1"/>
          <p:nvPr/>
        </p:nvSpPr>
        <p:spPr>
          <a:xfrm>
            <a:off x="6613497" y="2068951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37BD33F-6BF8-E2AA-98FD-FCEF7BDF7B3B}"/>
              </a:ext>
            </a:extLst>
          </p:cNvPr>
          <p:cNvSpPr txBox="1"/>
          <p:nvPr/>
        </p:nvSpPr>
        <p:spPr>
          <a:xfrm>
            <a:off x="10027676" y="2913490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C6485BF-A853-C0FF-3605-8BB5620A6C39}"/>
              </a:ext>
            </a:extLst>
          </p:cNvPr>
          <p:cNvSpPr txBox="1"/>
          <p:nvPr/>
        </p:nvSpPr>
        <p:spPr>
          <a:xfrm>
            <a:off x="7113058" y="4137162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89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51</Words>
  <Application>Microsoft Office PowerPoint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安埠 黄</dc:creator>
  <cp:lastModifiedBy>安埠 黄</cp:lastModifiedBy>
  <cp:revision>10</cp:revision>
  <dcterms:created xsi:type="dcterms:W3CDTF">2025-10-28T05:36:18Z</dcterms:created>
  <dcterms:modified xsi:type="dcterms:W3CDTF">2025-11-17T10:12:48Z</dcterms:modified>
</cp:coreProperties>
</file>