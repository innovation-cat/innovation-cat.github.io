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77FA"/>
    <a:srgbClr val="FCB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625" autoAdjust="0"/>
  </p:normalViewPr>
  <p:slideViewPr>
    <p:cSldViewPr snapToGrid="0">
      <p:cViewPr>
        <p:scale>
          <a:sx n="42" d="100"/>
          <a:sy n="42" d="100"/>
        </p:scale>
        <p:origin x="2049" y="10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28CA38-3ECF-470A-870B-B1DCF738CCF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D11F6-001F-4399-B938-E3524C58907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1285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D11F6-001F-4399-B938-E3524C58907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8459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D11F6-001F-4399-B938-E3524C58907B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00358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A67E18-76A2-B11E-6389-1F980B78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26D7D42-4120-AFFB-B0C4-04FA6B407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7200CF-A5CB-9887-AB0C-F50470AC3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E0F7E5-BAA1-35CA-7EFA-260FF0185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45619A-C520-9DFA-41CD-4D2717D92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3073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9926C5-596C-4DEE-5B49-9D82EB9E2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3D6712-8F33-CF3D-1793-34DCED74A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8336D6-1AB3-3D67-43A5-353ABD979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02166F-DC8F-4BBA-2FDE-59A5AED44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05FF07-D593-268B-CECB-3217AEF7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2900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2E298F-E551-A94D-90CD-9A08B834F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317F08-3C49-E4D2-DE75-FCBE60C07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72A32A-A74F-4E75-8C9B-33162566C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FFFC2D-2246-9646-F7D0-350EB3ACA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071180-15DA-DDAE-0C4F-52E158F9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0897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D65711-37FB-B399-BE6A-110916912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F988DD-7A2E-C7E3-4B27-9FE6FFBA58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C3C63FB-08C1-033C-E63E-2322D8956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0DC2A32-435A-18E1-3C55-E82FD1CBA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D3E0882-6EF2-B672-3EFA-061CD8179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DB2F76-CD37-EEA2-F862-CAB8D1B1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1518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763B51-0A5F-5F00-7148-D588071D0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3BF97B-D5D2-D316-8CB0-FB963C449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72C8558-DC8E-AF49-D82D-427860E17B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A739DE9-9444-DB2D-6F64-D6175327C3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AA72E5D-4948-6C9C-F31E-528D78B9E1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D3BDCC1-EBE0-15DD-1860-B6E6C63B2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95959E8-5579-0270-B8F8-F701F00FE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1A9053C-924D-4D8F-6AFC-F5BC0F11B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3541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ABE776-379A-19CF-80D1-61E63824D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B0AC344-7ABB-92AF-1DAC-94BFE0CB6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001D423-589B-DD8F-C9CF-05E7A3683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894DE38-9039-BBCD-35B4-BEFAFE8C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8523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BFEA477-5317-E7E2-3270-94E72B651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1EBC0A6-1667-2A11-9EFC-5C0D58419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9DD9F9-DE2E-57AE-43D9-F64A51D9C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0813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3B970B-FC23-C313-11B2-36D4250A7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517A4F9-56C8-CA52-2DDF-B9D6C53BF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14B2517-F232-13B8-7ABB-5AB9628B36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D90D700-3AF5-3555-871D-6135121AC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97CCA6-1AB4-C595-C304-3BACFD5A1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91B2492-C5F2-1418-88AA-A054B6C8E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467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6FEEFA-17EB-63BD-B907-0643F34AE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D9216D0-9598-A1A0-AC8B-AEF8A55E73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E60B5F8-EFD9-1AEA-E4F9-4B16937B0D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11A59A0-C7C7-C80A-4CF9-C1D5318F9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1472C58-14C2-BCCD-E668-056BFD960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78E8ED7-D2FA-0621-CE81-C8A0D2209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7021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1F08D1-A94C-2C8C-79AF-97465760D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848D10F-2828-46A7-7643-2DBE90ECD1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33F20E-F9F7-D5ED-DE42-10299B943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32B03F-3AE8-8BB1-2F09-F5D16810D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22139B-A579-2523-0EB3-779F79A23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54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5B704E7-A9E1-D0F9-08BA-4417AA9656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3E80333-4CAB-16AA-332E-56970EA1A1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299DA6-1B05-795C-50D9-3B1B48BEF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B43394-D1A8-EB7D-432B-8F4E3BB2A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19D538-ED98-9FA8-7C44-841121A1C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4339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CB10CF1-10F7-C5C8-5AAD-95A5D3F20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3BDC859-C3B0-ACDE-9E77-B2EDCD78B5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C1FE7F1-6F89-8EB3-5EB3-B28F7B1ED7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645B7E-1151-4027-945E-4B9D784DDC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345BFE-71B1-9733-EB88-A29ECA1D0E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6530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C05D203B-8FA0-6C45-7833-A12A1663F7A8}"/>
              </a:ext>
            </a:extLst>
          </p:cNvPr>
          <p:cNvSpPr/>
          <p:nvPr/>
        </p:nvSpPr>
        <p:spPr>
          <a:xfrm>
            <a:off x="1728953" y="2345557"/>
            <a:ext cx="982717" cy="525517"/>
          </a:xfrm>
          <a:prstGeom prst="roundRect">
            <a:avLst>
              <a:gd name="adj" fmla="val 5263"/>
            </a:avLst>
          </a:prstGeom>
          <a:solidFill>
            <a:srgbClr val="00B0F0">
              <a:alpha val="4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4992942-37B2-CC88-7797-25B4BFD9E934}"/>
              </a:ext>
            </a:extLst>
          </p:cNvPr>
          <p:cNvSpPr txBox="1"/>
          <p:nvPr/>
        </p:nvSpPr>
        <p:spPr>
          <a:xfrm>
            <a:off x="1829819" y="2423649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block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C742106-FFB1-D74A-2838-520CC9764433}"/>
              </a:ext>
            </a:extLst>
          </p:cNvPr>
          <p:cNvSpPr/>
          <p:nvPr/>
        </p:nvSpPr>
        <p:spPr>
          <a:xfrm>
            <a:off x="4834103" y="2339207"/>
            <a:ext cx="1350798" cy="525517"/>
          </a:xfrm>
          <a:prstGeom prst="roundRect">
            <a:avLst>
              <a:gd name="adj" fmla="val 5263"/>
            </a:avLst>
          </a:prstGeom>
          <a:solidFill>
            <a:schemeClr val="accent3">
              <a:lumMod val="20000"/>
              <a:lumOff val="80000"/>
              <a:alpha val="4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13FD6A-177C-C634-4850-6723F50D54C5}"/>
              </a:ext>
            </a:extLst>
          </p:cNvPr>
          <p:cNvSpPr txBox="1"/>
          <p:nvPr/>
        </p:nvSpPr>
        <p:spPr>
          <a:xfrm>
            <a:off x="5143647" y="2417299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block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 descr="图标&#10;&#10;AI 生成的内容可能不正确。">
            <a:extLst>
              <a:ext uri="{FF2B5EF4-FFF2-40B4-BE49-F238E27FC236}">
                <a16:creationId xmlns:a16="http://schemas.microsoft.com/office/drawing/2014/main" id="{D0ED61A5-931F-B4ED-D970-BF721769BC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289" y="2692428"/>
            <a:ext cx="279199" cy="2791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0D559A6-E1E0-A31F-6356-C796EAC828E2}"/>
                  </a:ext>
                </a:extLst>
              </p:cNvPr>
              <p:cNvSpPr txBox="1"/>
              <p:nvPr/>
            </p:nvSpPr>
            <p:spPr>
              <a:xfrm>
                <a:off x="2038497" y="609600"/>
                <a:ext cx="36362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0D559A6-E1E0-A31F-6356-C796EAC828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8497" y="609600"/>
                <a:ext cx="363626" cy="369332"/>
              </a:xfrm>
              <a:prstGeom prst="rect">
                <a:avLst/>
              </a:prstGeom>
              <a:blipFill>
                <a:blip r:embed="rId4"/>
                <a:stretch>
                  <a:fillRect l="-8333" r="-3333"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CB95DD63-1B47-CCF2-0F45-2AA3D268CFF1}"/>
              </a:ext>
            </a:extLst>
          </p:cNvPr>
          <p:cNvCxnSpPr>
            <a:cxnSpLocks/>
            <a:stCxn id="8" idx="2"/>
            <a:endCxn id="2" idx="0"/>
          </p:cNvCxnSpPr>
          <p:nvPr/>
        </p:nvCxnSpPr>
        <p:spPr>
          <a:xfrm>
            <a:off x="2220310" y="978932"/>
            <a:ext cx="2" cy="1366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4C044F7-5A43-C300-E03B-CA0BC2E717F9}"/>
                  </a:ext>
                </a:extLst>
              </p:cNvPr>
              <p:cNvSpPr txBox="1"/>
              <p:nvPr/>
            </p:nvSpPr>
            <p:spPr>
              <a:xfrm>
                <a:off x="5385771" y="240268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4C044F7-5A43-C300-E03B-CA0BC2E71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5771" y="240268"/>
                <a:ext cx="261738" cy="369332"/>
              </a:xfrm>
              <a:prstGeom prst="rect">
                <a:avLst/>
              </a:prstGeom>
              <a:blipFill>
                <a:blip r:embed="rId5"/>
                <a:stretch>
                  <a:fillRect l="-25581" r="-23256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CCBA709-45DD-1E88-7B01-D10A9AD97625}"/>
              </a:ext>
            </a:extLst>
          </p:cNvPr>
          <p:cNvSpPr/>
          <p:nvPr/>
        </p:nvSpPr>
        <p:spPr>
          <a:xfrm>
            <a:off x="4834102" y="978932"/>
            <a:ext cx="1350798" cy="525517"/>
          </a:xfrm>
          <a:prstGeom prst="roundRect">
            <a:avLst>
              <a:gd name="adj" fmla="val 526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AA1C8B4-759D-0BB5-DBB0-B06CC55463AA}"/>
              </a:ext>
            </a:extLst>
          </p:cNvPr>
          <p:cNvSpPr txBox="1"/>
          <p:nvPr/>
        </p:nvSpPr>
        <p:spPr>
          <a:xfrm>
            <a:off x="4934969" y="1072413"/>
            <a:ext cx="11964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Zero Conv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9F905A7-95BB-22E2-DF38-281125D33703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5509501" y="609600"/>
            <a:ext cx="7139" cy="369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04170ABD-9AC6-3C8E-6579-458CD17EB4E4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>
            <a:off x="5509501" y="1504449"/>
            <a:ext cx="1" cy="834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72C9434-865A-534D-BD79-9CB622C20C06}"/>
              </a:ext>
            </a:extLst>
          </p:cNvPr>
          <p:cNvSpPr/>
          <p:nvPr/>
        </p:nvSpPr>
        <p:spPr>
          <a:xfrm>
            <a:off x="4834102" y="3659926"/>
            <a:ext cx="1350798" cy="525517"/>
          </a:xfrm>
          <a:prstGeom prst="roundRect">
            <a:avLst>
              <a:gd name="adj" fmla="val 526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CDEF4D8-DEB2-F329-83CD-C0BEB343EF21}"/>
              </a:ext>
            </a:extLst>
          </p:cNvPr>
          <p:cNvSpPr txBox="1"/>
          <p:nvPr/>
        </p:nvSpPr>
        <p:spPr>
          <a:xfrm>
            <a:off x="4934969" y="3753407"/>
            <a:ext cx="11964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Zero Conv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713A6A55-2737-BD32-20D0-C5EA485CC7A0}"/>
              </a:ext>
            </a:extLst>
          </p:cNvPr>
          <p:cNvCxnSpPr>
            <a:cxnSpLocks/>
            <a:stCxn id="4" idx="2"/>
            <a:endCxn id="26" idx="0"/>
          </p:cNvCxnSpPr>
          <p:nvPr/>
        </p:nvCxnSpPr>
        <p:spPr>
          <a:xfrm flipH="1">
            <a:off x="5509501" y="2864724"/>
            <a:ext cx="1" cy="795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95E26FB7-6C3F-1C9B-926D-B7400392F2DA}"/>
              </a:ext>
            </a:extLst>
          </p:cNvPr>
          <p:cNvGrpSpPr/>
          <p:nvPr/>
        </p:nvGrpSpPr>
        <p:grpSpPr>
          <a:xfrm>
            <a:off x="5401544" y="1775988"/>
            <a:ext cx="230191" cy="256775"/>
            <a:chOff x="5281075" y="4315800"/>
            <a:chExt cx="360000" cy="363969"/>
          </a:xfrm>
        </p:grpSpPr>
        <p:sp>
          <p:nvSpPr>
            <p:cNvPr id="32" name="加号 31">
              <a:extLst>
                <a:ext uri="{FF2B5EF4-FFF2-40B4-BE49-F238E27FC236}">
                  <a16:creationId xmlns:a16="http://schemas.microsoft.com/office/drawing/2014/main" id="{17E2C394-89C9-702C-6789-6FAEBBE2C599}"/>
                </a:ext>
              </a:extLst>
            </p:cNvPr>
            <p:cNvSpPr/>
            <p:nvPr/>
          </p:nvSpPr>
          <p:spPr>
            <a:xfrm>
              <a:off x="5281075" y="4319769"/>
              <a:ext cx="360000" cy="360000"/>
            </a:xfrm>
            <a:prstGeom prst="mathPlus">
              <a:avLst>
                <a:gd name="adj1" fmla="val 129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FAF56952-3B22-6F37-AC60-760D1944D6F2}"/>
                </a:ext>
              </a:extLst>
            </p:cNvPr>
            <p:cNvSpPr/>
            <p:nvPr/>
          </p:nvSpPr>
          <p:spPr>
            <a:xfrm>
              <a:off x="5281075" y="4315800"/>
              <a:ext cx="360000" cy="36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C56D55FF-6953-7686-EBC5-8E6974013215}"/>
              </a:ext>
            </a:extLst>
          </p:cNvPr>
          <p:cNvGrpSpPr/>
          <p:nvPr/>
        </p:nvGrpSpPr>
        <p:grpSpPr>
          <a:xfrm>
            <a:off x="2959851" y="3593073"/>
            <a:ext cx="230191" cy="256775"/>
            <a:chOff x="5281075" y="4315800"/>
            <a:chExt cx="360000" cy="363969"/>
          </a:xfrm>
        </p:grpSpPr>
        <p:sp>
          <p:nvSpPr>
            <p:cNvPr id="35" name="加号 34">
              <a:extLst>
                <a:ext uri="{FF2B5EF4-FFF2-40B4-BE49-F238E27FC236}">
                  <a16:creationId xmlns:a16="http://schemas.microsoft.com/office/drawing/2014/main" id="{C95066F8-98D5-DA91-2942-4C6FF3AB453F}"/>
                </a:ext>
              </a:extLst>
            </p:cNvPr>
            <p:cNvSpPr/>
            <p:nvPr/>
          </p:nvSpPr>
          <p:spPr>
            <a:xfrm>
              <a:off x="5281075" y="4319769"/>
              <a:ext cx="360000" cy="360000"/>
            </a:xfrm>
            <a:prstGeom prst="mathPlus">
              <a:avLst>
                <a:gd name="adj1" fmla="val 129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0D6C564A-9733-6945-B133-60AAA9A89764}"/>
                </a:ext>
              </a:extLst>
            </p:cNvPr>
            <p:cNvSpPr/>
            <p:nvPr/>
          </p:nvSpPr>
          <p:spPr>
            <a:xfrm>
              <a:off x="5281075" y="4315800"/>
              <a:ext cx="360000" cy="36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C097A2BE-2C1D-753E-4284-FC85FE1118CD}"/>
              </a:ext>
            </a:extLst>
          </p:cNvPr>
          <p:cNvCxnSpPr>
            <a:cxnSpLocks/>
          </p:cNvCxnSpPr>
          <p:nvPr/>
        </p:nvCxnSpPr>
        <p:spPr>
          <a:xfrm>
            <a:off x="2220308" y="4898800"/>
            <a:ext cx="2" cy="1366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9986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5EBD3D1-CB23-26EA-7A2A-7F520567C3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59" y="0"/>
            <a:ext cx="118424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676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0BDB863-C5A6-735F-D908-1F0E4787A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9994"/>
            <a:ext cx="12192000" cy="6138012"/>
          </a:xfrm>
          <a:prstGeom prst="rect">
            <a:avLst/>
          </a:prstGeom>
        </p:spPr>
      </p:pic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F1250304-844C-A455-27FB-CEBD05306CFA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971099" y="3398223"/>
            <a:ext cx="692565" cy="12686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BE80C30D-AC3A-3C59-9EA5-C5F69461787B}"/>
              </a:ext>
            </a:extLst>
          </p:cNvPr>
          <p:cNvSpPr txBox="1"/>
          <p:nvPr/>
        </p:nvSpPr>
        <p:spPr>
          <a:xfrm>
            <a:off x="114935" y="3090446"/>
            <a:ext cx="17123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Density Region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392C174-661D-4FB6-62D0-111F8E4993F8}"/>
              </a:ext>
            </a:extLst>
          </p:cNvPr>
          <p:cNvSpPr txBox="1"/>
          <p:nvPr/>
        </p:nvSpPr>
        <p:spPr>
          <a:xfrm>
            <a:off x="5570855" y="4666902"/>
            <a:ext cx="168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Density Region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B2A94288-5016-D397-E864-6845C6BDE368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5427233" y="4184725"/>
            <a:ext cx="984558" cy="4821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E3A5B3-999D-474B-7862-41F4BEA3D265}"/>
                  </a:ext>
                </a:extLst>
              </p:cNvPr>
              <p:cNvSpPr txBox="1"/>
              <p:nvPr/>
            </p:nvSpPr>
            <p:spPr>
              <a:xfrm>
                <a:off x="11389658" y="221494"/>
                <a:ext cx="5155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E3A5B3-999D-474B-7862-41F4BEA3D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9658" y="221494"/>
                <a:ext cx="515590" cy="276999"/>
              </a:xfrm>
              <a:prstGeom prst="rect">
                <a:avLst/>
              </a:prstGeom>
              <a:blipFill>
                <a:blip r:embed="rId3"/>
                <a:stretch>
                  <a:fillRect l="-10588" b="-239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 21">
            <a:extLst>
              <a:ext uri="{FF2B5EF4-FFF2-40B4-BE49-F238E27FC236}">
                <a16:creationId xmlns:a16="http://schemas.microsoft.com/office/drawing/2014/main" id="{00A43C75-7D3C-B0D7-409D-09BB0CA3D989}"/>
              </a:ext>
            </a:extLst>
          </p:cNvPr>
          <p:cNvSpPr/>
          <p:nvPr/>
        </p:nvSpPr>
        <p:spPr>
          <a:xfrm>
            <a:off x="10617797" y="221495"/>
            <a:ext cx="640080" cy="27699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D72B098-E5A1-1883-E7AB-29262768538A}"/>
                  </a:ext>
                </a:extLst>
              </p:cNvPr>
              <p:cNvSpPr txBox="1"/>
              <p:nvPr/>
            </p:nvSpPr>
            <p:spPr>
              <a:xfrm>
                <a:off x="9103952" y="221494"/>
                <a:ext cx="7929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D72B098-E5A1-1883-E7AB-292627685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3952" y="221494"/>
                <a:ext cx="792909" cy="276999"/>
              </a:xfrm>
              <a:prstGeom prst="rect">
                <a:avLst/>
              </a:prstGeom>
              <a:blipFill>
                <a:blip r:embed="rId4"/>
                <a:stretch>
                  <a:fillRect l="-6107" t="-2174" b="-32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矩形 23">
            <a:extLst>
              <a:ext uri="{FF2B5EF4-FFF2-40B4-BE49-F238E27FC236}">
                <a16:creationId xmlns:a16="http://schemas.microsoft.com/office/drawing/2014/main" id="{FF2756B0-8177-6950-FE27-38FF5CBD06DF}"/>
              </a:ext>
            </a:extLst>
          </p:cNvPr>
          <p:cNvSpPr/>
          <p:nvPr/>
        </p:nvSpPr>
        <p:spPr>
          <a:xfrm>
            <a:off x="8332091" y="221495"/>
            <a:ext cx="640080" cy="276998"/>
          </a:xfrm>
          <a:prstGeom prst="rect">
            <a:avLst/>
          </a:prstGeom>
          <a:solidFill>
            <a:srgbClr val="FCB69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3609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BEDC4-A437-8770-149A-1A2895EC2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A45A691C-B18B-E51A-1F2B-330FF83C4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9994"/>
            <a:ext cx="12192000" cy="6138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1F0F3EFA-23EA-BDC7-25AD-AEA1C18891B0}"/>
                  </a:ext>
                </a:extLst>
              </p:cNvPr>
              <p:cNvSpPr txBox="1"/>
              <p:nvPr/>
            </p:nvSpPr>
            <p:spPr>
              <a:xfrm>
                <a:off x="11389658" y="221494"/>
                <a:ext cx="5155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1F0F3EFA-23EA-BDC7-25AD-AEA1C1889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9658" y="221494"/>
                <a:ext cx="515590" cy="276999"/>
              </a:xfrm>
              <a:prstGeom prst="rect">
                <a:avLst/>
              </a:prstGeom>
              <a:blipFill>
                <a:blip r:embed="rId3"/>
                <a:stretch>
                  <a:fillRect l="-10588" b="-239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 21">
            <a:extLst>
              <a:ext uri="{FF2B5EF4-FFF2-40B4-BE49-F238E27FC236}">
                <a16:creationId xmlns:a16="http://schemas.microsoft.com/office/drawing/2014/main" id="{EE30A711-A6D3-86B8-50C9-C5E189EA790F}"/>
              </a:ext>
            </a:extLst>
          </p:cNvPr>
          <p:cNvSpPr/>
          <p:nvPr/>
        </p:nvSpPr>
        <p:spPr>
          <a:xfrm>
            <a:off x="10617797" y="221495"/>
            <a:ext cx="640080" cy="27699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F9FEDB5-9E35-4AC5-87E0-7F5D392925A6}"/>
                  </a:ext>
                </a:extLst>
              </p:cNvPr>
              <p:cNvSpPr txBox="1"/>
              <p:nvPr/>
            </p:nvSpPr>
            <p:spPr>
              <a:xfrm>
                <a:off x="9103952" y="221494"/>
                <a:ext cx="7929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F9FEDB5-9E35-4AC5-87E0-7F5D392925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3952" y="221494"/>
                <a:ext cx="792909" cy="276999"/>
              </a:xfrm>
              <a:prstGeom prst="rect">
                <a:avLst/>
              </a:prstGeom>
              <a:blipFill>
                <a:blip r:embed="rId4"/>
                <a:stretch>
                  <a:fillRect l="-6107" t="-2174" b="-32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矩形 23">
            <a:extLst>
              <a:ext uri="{FF2B5EF4-FFF2-40B4-BE49-F238E27FC236}">
                <a16:creationId xmlns:a16="http://schemas.microsoft.com/office/drawing/2014/main" id="{B2F608C5-D814-C079-C092-B32EFB9F5F9C}"/>
              </a:ext>
            </a:extLst>
          </p:cNvPr>
          <p:cNvSpPr/>
          <p:nvPr/>
        </p:nvSpPr>
        <p:spPr>
          <a:xfrm>
            <a:off x="8332091" y="221495"/>
            <a:ext cx="640080" cy="276998"/>
          </a:xfrm>
          <a:prstGeom prst="rect">
            <a:avLst/>
          </a:prstGeom>
          <a:solidFill>
            <a:srgbClr val="FCB69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76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BD8A6-3E1A-DE69-B7EA-E6E1B487C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00B3309F-5B02-AFAA-322E-FE0A658A8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9994"/>
            <a:ext cx="12192000" cy="6138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C554178-E390-589E-B2B2-5F6820D12F26}"/>
                  </a:ext>
                </a:extLst>
              </p:cNvPr>
              <p:cNvSpPr txBox="1"/>
              <p:nvPr/>
            </p:nvSpPr>
            <p:spPr>
              <a:xfrm>
                <a:off x="11389658" y="221494"/>
                <a:ext cx="5155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C554178-E390-589E-B2B2-5F6820D12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9658" y="221494"/>
                <a:ext cx="515590" cy="276999"/>
              </a:xfrm>
              <a:prstGeom prst="rect">
                <a:avLst/>
              </a:prstGeom>
              <a:blipFill>
                <a:blip r:embed="rId3"/>
                <a:stretch>
                  <a:fillRect l="-10588" b="-239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 21">
            <a:extLst>
              <a:ext uri="{FF2B5EF4-FFF2-40B4-BE49-F238E27FC236}">
                <a16:creationId xmlns:a16="http://schemas.microsoft.com/office/drawing/2014/main" id="{18068DA5-98D9-8B7E-38CB-657A5103E6BF}"/>
              </a:ext>
            </a:extLst>
          </p:cNvPr>
          <p:cNvSpPr/>
          <p:nvPr/>
        </p:nvSpPr>
        <p:spPr>
          <a:xfrm>
            <a:off x="10617797" y="221495"/>
            <a:ext cx="640080" cy="27699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0BC7883-3D8B-21D7-1F42-0F6936675F09}"/>
                  </a:ext>
                </a:extLst>
              </p:cNvPr>
              <p:cNvSpPr txBox="1"/>
              <p:nvPr/>
            </p:nvSpPr>
            <p:spPr>
              <a:xfrm>
                <a:off x="9103952" y="221494"/>
                <a:ext cx="7929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0BC7883-3D8B-21D7-1F42-0F6936675F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3952" y="221494"/>
                <a:ext cx="792909" cy="276999"/>
              </a:xfrm>
              <a:prstGeom prst="rect">
                <a:avLst/>
              </a:prstGeom>
              <a:blipFill>
                <a:blip r:embed="rId4"/>
                <a:stretch>
                  <a:fillRect l="-6107" t="-2174" b="-32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矩形 23">
            <a:extLst>
              <a:ext uri="{FF2B5EF4-FFF2-40B4-BE49-F238E27FC236}">
                <a16:creationId xmlns:a16="http://schemas.microsoft.com/office/drawing/2014/main" id="{3EA7923B-50C9-A1C6-38E5-F8B41803B136}"/>
              </a:ext>
            </a:extLst>
          </p:cNvPr>
          <p:cNvSpPr/>
          <p:nvPr/>
        </p:nvSpPr>
        <p:spPr>
          <a:xfrm>
            <a:off x="8332091" y="221495"/>
            <a:ext cx="640080" cy="276998"/>
          </a:xfrm>
          <a:prstGeom prst="rect">
            <a:avLst/>
          </a:prstGeom>
          <a:solidFill>
            <a:srgbClr val="FCB69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3EED4C7E-E232-758F-CEA8-A54B5103A337}"/>
              </a:ext>
            </a:extLst>
          </p:cNvPr>
          <p:cNvCxnSpPr/>
          <p:nvPr/>
        </p:nvCxnSpPr>
        <p:spPr>
          <a:xfrm flipV="1">
            <a:off x="4679576" y="3991087"/>
            <a:ext cx="532504" cy="38727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27E24145-CCF8-CA10-18BD-0270017D25B7}"/>
              </a:ext>
            </a:extLst>
          </p:cNvPr>
          <p:cNvCxnSpPr>
            <a:cxnSpLocks/>
          </p:cNvCxnSpPr>
          <p:nvPr/>
        </p:nvCxnSpPr>
        <p:spPr>
          <a:xfrm flipV="1">
            <a:off x="4679576" y="4313816"/>
            <a:ext cx="532504" cy="64546"/>
          </a:xfrm>
          <a:prstGeom prst="straightConnector1">
            <a:avLst/>
          </a:prstGeom>
          <a:ln>
            <a:solidFill>
              <a:srgbClr val="5877F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79D004CE-D500-25A3-7C0C-BBE81B58A44B}"/>
              </a:ext>
            </a:extLst>
          </p:cNvPr>
          <p:cNvCxnSpPr>
            <a:cxnSpLocks/>
          </p:cNvCxnSpPr>
          <p:nvPr/>
        </p:nvCxnSpPr>
        <p:spPr>
          <a:xfrm flipV="1">
            <a:off x="5212080" y="4044875"/>
            <a:ext cx="0" cy="268941"/>
          </a:xfrm>
          <a:prstGeom prst="straightConnector1">
            <a:avLst/>
          </a:prstGeom>
          <a:ln>
            <a:solidFill>
              <a:srgbClr val="5877F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9808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ADAF662-2B1E-EEB8-473B-D7780AAB2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2391" y="0"/>
            <a:ext cx="7143042" cy="6078040"/>
          </a:xfrm>
          <a:prstGeom prst="rect">
            <a:avLst/>
          </a:prstGeom>
        </p:spPr>
      </p:pic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C4904BCD-7AD1-EBDD-E97B-CD2757A69738}"/>
              </a:ext>
            </a:extLst>
          </p:cNvPr>
          <p:cNvCxnSpPr>
            <a:cxnSpLocks/>
          </p:cNvCxnSpPr>
          <p:nvPr/>
        </p:nvCxnSpPr>
        <p:spPr>
          <a:xfrm flipV="1">
            <a:off x="6096000" y="3580305"/>
            <a:ext cx="532504" cy="5315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F84036DD-C89F-1EA7-8BA5-E5EA3FC59B96}"/>
              </a:ext>
            </a:extLst>
          </p:cNvPr>
          <p:cNvCxnSpPr>
            <a:cxnSpLocks/>
          </p:cNvCxnSpPr>
          <p:nvPr/>
        </p:nvCxnSpPr>
        <p:spPr>
          <a:xfrm flipV="1">
            <a:off x="6096000" y="4058525"/>
            <a:ext cx="575070" cy="53355"/>
          </a:xfrm>
          <a:prstGeom prst="straightConnector1">
            <a:avLst/>
          </a:prstGeom>
          <a:ln>
            <a:solidFill>
              <a:srgbClr val="5877F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B09FF9FD-7C67-88E5-40CA-8DCC52AF5FD1}"/>
              </a:ext>
            </a:extLst>
          </p:cNvPr>
          <p:cNvCxnSpPr>
            <a:cxnSpLocks/>
          </p:cNvCxnSpPr>
          <p:nvPr/>
        </p:nvCxnSpPr>
        <p:spPr>
          <a:xfrm flipH="1" flipV="1">
            <a:off x="6639014" y="3601325"/>
            <a:ext cx="42566" cy="436179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9A3DD0CE-D49D-8E2A-FE52-B9910630C6DF}"/>
              </a:ext>
            </a:extLst>
          </p:cNvPr>
          <p:cNvCxnSpPr>
            <a:cxnSpLocks/>
          </p:cNvCxnSpPr>
          <p:nvPr/>
        </p:nvCxnSpPr>
        <p:spPr>
          <a:xfrm flipV="1">
            <a:off x="6096000" y="2974753"/>
            <a:ext cx="183931" cy="56310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EA64DFC3-63D7-2811-92C0-BC32659FC19C}"/>
              </a:ext>
            </a:extLst>
          </p:cNvPr>
          <p:cNvCxnSpPr>
            <a:cxnSpLocks/>
          </p:cNvCxnSpPr>
          <p:nvPr/>
        </p:nvCxnSpPr>
        <p:spPr>
          <a:xfrm flipV="1">
            <a:off x="6096000" y="3242769"/>
            <a:ext cx="450183" cy="295092"/>
          </a:xfrm>
          <a:prstGeom prst="straightConnector1">
            <a:avLst/>
          </a:prstGeom>
          <a:ln>
            <a:solidFill>
              <a:srgbClr val="5877F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96D2ADD-9DDC-2533-A172-2F4C94E2FAB3}"/>
              </a:ext>
            </a:extLst>
          </p:cNvPr>
          <p:cNvCxnSpPr>
            <a:cxnSpLocks/>
          </p:cNvCxnSpPr>
          <p:nvPr/>
        </p:nvCxnSpPr>
        <p:spPr>
          <a:xfrm flipH="1" flipV="1">
            <a:off x="6294553" y="2983842"/>
            <a:ext cx="222385" cy="258927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8069DFB9-E19B-84EC-D64E-0E309C50519E}"/>
              </a:ext>
            </a:extLst>
          </p:cNvPr>
          <p:cNvCxnSpPr>
            <a:cxnSpLocks/>
          </p:cNvCxnSpPr>
          <p:nvPr/>
        </p:nvCxnSpPr>
        <p:spPr>
          <a:xfrm flipH="1" flipV="1">
            <a:off x="5612417" y="2749991"/>
            <a:ext cx="175416" cy="42304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594E6DC6-4DA5-6BD4-760E-30664CFECFCD}"/>
              </a:ext>
            </a:extLst>
          </p:cNvPr>
          <p:cNvCxnSpPr>
            <a:cxnSpLocks/>
          </p:cNvCxnSpPr>
          <p:nvPr/>
        </p:nvCxnSpPr>
        <p:spPr>
          <a:xfrm flipV="1">
            <a:off x="5802455" y="2749991"/>
            <a:ext cx="42566" cy="423041"/>
          </a:xfrm>
          <a:prstGeom prst="straightConnector1">
            <a:avLst/>
          </a:prstGeom>
          <a:ln>
            <a:solidFill>
              <a:srgbClr val="5877F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F313444C-1AEA-BF17-DAB1-97A4E1E0B9C4}"/>
              </a:ext>
            </a:extLst>
          </p:cNvPr>
          <p:cNvCxnSpPr>
            <a:cxnSpLocks/>
          </p:cNvCxnSpPr>
          <p:nvPr/>
        </p:nvCxnSpPr>
        <p:spPr>
          <a:xfrm flipH="1">
            <a:off x="5580251" y="2749991"/>
            <a:ext cx="264770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E462C0E7-99FD-F841-9CC9-822E34A4255C}"/>
              </a:ext>
            </a:extLst>
          </p:cNvPr>
          <p:cNvCxnSpPr>
            <a:cxnSpLocks/>
          </p:cNvCxnSpPr>
          <p:nvPr/>
        </p:nvCxnSpPr>
        <p:spPr>
          <a:xfrm>
            <a:off x="2846927" y="6066410"/>
            <a:ext cx="4159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56CCB725-38DE-79E2-46A7-A6B04672303F}"/>
                  </a:ext>
                </a:extLst>
              </p:cNvPr>
              <p:cNvSpPr txBox="1"/>
              <p:nvPr/>
            </p:nvSpPr>
            <p:spPr>
              <a:xfrm>
                <a:off x="2390464" y="6343407"/>
                <a:ext cx="13288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56CCB725-38DE-79E2-46A7-A6B046723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0464" y="6343407"/>
                <a:ext cx="1328825" cy="276999"/>
              </a:xfrm>
              <a:prstGeom prst="rect">
                <a:avLst/>
              </a:prstGeom>
              <a:blipFill>
                <a:blip r:embed="rId4"/>
                <a:stretch>
                  <a:fillRect l="-3211" t="-4444" b="-35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43FB56A8-DF86-3771-0CBA-1319A1B75E7F}"/>
              </a:ext>
            </a:extLst>
          </p:cNvPr>
          <p:cNvCxnSpPr>
            <a:cxnSpLocks/>
          </p:cNvCxnSpPr>
          <p:nvPr/>
        </p:nvCxnSpPr>
        <p:spPr>
          <a:xfrm>
            <a:off x="4943740" y="6066410"/>
            <a:ext cx="415900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CAE01380-B049-64BD-EAF0-8B8DD20BECBB}"/>
                  </a:ext>
                </a:extLst>
              </p:cNvPr>
              <p:cNvSpPr txBox="1"/>
              <p:nvPr/>
            </p:nvSpPr>
            <p:spPr>
              <a:xfrm>
                <a:off x="4580700" y="6343408"/>
                <a:ext cx="11419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CAE01380-B049-64BD-EAF0-8B8DD20BE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0700" y="6343408"/>
                <a:ext cx="1141979" cy="276999"/>
              </a:xfrm>
              <a:prstGeom prst="rect">
                <a:avLst/>
              </a:prstGeom>
              <a:blipFill>
                <a:blip r:embed="rId5"/>
                <a:stretch>
                  <a:fillRect l="-3723" t="-4444" b="-35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A23409E2-0C8A-C388-0A3C-FF2297163D34}"/>
              </a:ext>
            </a:extLst>
          </p:cNvPr>
          <p:cNvCxnSpPr>
            <a:cxnSpLocks/>
          </p:cNvCxnSpPr>
          <p:nvPr/>
        </p:nvCxnSpPr>
        <p:spPr>
          <a:xfrm>
            <a:off x="7311607" y="6135068"/>
            <a:ext cx="41590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64F6A6C4-3016-088A-3618-6834EAA32FE7}"/>
                  </a:ext>
                </a:extLst>
              </p:cNvPr>
              <p:cNvSpPr txBox="1"/>
              <p:nvPr/>
            </p:nvSpPr>
            <p:spPr>
              <a:xfrm>
                <a:off x="6405745" y="6343407"/>
                <a:ext cx="26840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fun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unc>
                        <m:func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64F6A6C4-3016-088A-3618-6834EAA32F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745" y="6343407"/>
                <a:ext cx="2684003" cy="276999"/>
              </a:xfrm>
              <a:prstGeom prst="rect">
                <a:avLst/>
              </a:prstGeom>
              <a:blipFill>
                <a:blip r:embed="rId6"/>
                <a:stretch>
                  <a:fillRect l="-1591" t="-4444" b="-35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653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1655</TotalTime>
  <Words>37</Words>
  <Application>Microsoft Office PowerPoint</Application>
  <PresentationFormat>宽屏</PresentationFormat>
  <Paragraphs>19</Paragraphs>
  <Slides>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3" baseType="lpstr">
      <vt:lpstr>等线</vt:lpstr>
      <vt:lpstr>等线 Light</vt:lpstr>
      <vt:lpstr>微软雅黑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安埠 黄</dc:creator>
  <cp:lastModifiedBy>安埠 黄</cp:lastModifiedBy>
  <cp:revision>8</cp:revision>
  <dcterms:created xsi:type="dcterms:W3CDTF">2025-08-29T09:57:54Z</dcterms:created>
  <dcterms:modified xsi:type="dcterms:W3CDTF">2025-11-06T06:54:36Z</dcterms:modified>
</cp:coreProperties>
</file>