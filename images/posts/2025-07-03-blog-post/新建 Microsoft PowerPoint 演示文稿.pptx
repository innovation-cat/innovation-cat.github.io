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5877FA"/>
    <a:srgbClr val="FCB69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5625" autoAdjust="0"/>
  </p:normalViewPr>
  <p:slideViewPr>
    <p:cSldViewPr snapToGrid="0">
      <p:cViewPr>
        <p:scale>
          <a:sx n="75" d="100"/>
          <a:sy n="75" d="100"/>
        </p:scale>
        <p:origin x="768" y="4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D28CA38-3ECF-470A-870B-B1DCF738CCF1}" type="datetimeFigureOut">
              <a:rPr lang="zh-CN" altLang="en-US" smtClean="0"/>
              <a:t>2025/11/8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64D11F6-001F-4399-B938-E3524C58907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6128525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64D11F6-001F-4399-B938-E3524C58907B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5845987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64D11F6-001F-4399-B938-E3524C58907B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2003586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EA67E18-76A2-B11E-6389-1F980B78293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F26D7D42-4120-AFFB-B0C4-04FA6B4070F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7200CF-A5CB-9887-AB0C-F50470AC3B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2B41C1-BAA6-4120-BEAB-789D04ED3CE7}" type="datetimeFigureOut">
              <a:rPr lang="zh-CN" altLang="en-US" smtClean="0"/>
              <a:t>2025/11/8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FE0F7E5-BAA1-35CA-7EFA-260FF01856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745619A-C520-9DFA-41CD-4D2717D92D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6A40A8-DCCB-44CF-8BF5-E0298EDCF6B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830731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89926C5-596C-4DEE-5B49-9D82EB9E2B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D3D6712-8F33-CF3D-1793-34DCED74AA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28336D6-1AB3-3D67-43A5-353ABD9792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2B41C1-BAA6-4120-BEAB-789D04ED3CE7}" type="datetimeFigureOut">
              <a:rPr lang="zh-CN" altLang="en-US" smtClean="0"/>
              <a:t>2025/11/8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302166F-DC8F-4BBA-2FDE-59A5AED449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205FF07-D593-268B-CECB-3217AEF729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6A40A8-DCCB-44CF-8BF5-E0298EDCF6B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629000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42E298F-E551-A94D-90CD-9A08B834FA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A7317F08-3C49-E4D2-DE75-FCBE60C07A9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D72A32A-A74F-4E75-8C9B-33162566C5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2B41C1-BAA6-4120-BEAB-789D04ED3CE7}" type="datetimeFigureOut">
              <a:rPr lang="zh-CN" altLang="en-US" smtClean="0"/>
              <a:t>2025/11/8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2FFFC2D-2246-9646-F7D0-350EB3ACAD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8071180-15DA-DDAE-0C4F-52E158F947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6A40A8-DCCB-44CF-8BF5-E0298EDCF6B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408971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6D65711-37FB-B399-BE6A-1109169124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6F988DD-7A2E-C7E3-4B27-9FE6FFBA585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5C3C63FB-08C1-033C-E63E-2322D895696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20DC2A32-435A-18E1-3C55-E82FD1CBAA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2B41C1-BAA6-4120-BEAB-789D04ED3CE7}" type="datetimeFigureOut">
              <a:rPr lang="zh-CN" altLang="en-US" smtClean="0"/>
              <a:t>2025/11/8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D3E0882-6EF2-B672-3EFA-061CD81798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B8DB2F76-CD37-EEA2-F862-CAB8D1B1BD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6A40A8-DCCB-44CF-8BF5-E0298EDCF6B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2151803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D763B51-0A5F-5F00-7148-D588071D0A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EA3BF97B-D5D2-D316-8CB0-FB963C4492A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972C8558-DC8E-AF49-D82D-427860E17B9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7A739DE9-9444-DB2D-6F64-D6175327C3C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7AA72E5D-4948-6C9C-F31E-528D78B9E11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DD3BDCC1-EBE0-15DD-1860-B6E6C63B2C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2B41C1-BAA6-4120-BEAB-789D04ED3CE7}" type="datetimeFigureOut">
              <a:rPr lang="zh-CN" altLang="en-US" smtClean="0"/>
              <a:t>2025/11/8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F95959E8-5579-0270-B8F8-F701F00FE7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41A9053C-924D-4D8F-6AFC-F5BC0F11B7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6A40A8-DCCB-44CF-8BF5-E0298EDCF6B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135419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7ABE776-379A-19CF-80D1-61E63824D4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7B0AC344-7ABB-92AF-1DAC-94BFE0CB62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2B41C1-BAA6-4120-BEAB-789D04ED3CE7}" type="datetimeFigureOut">
              <a:rPr lang="zh-CN" altLang="en-US" smtClean="0"/>
              <a:t>2025/11/8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7001D423-589B-DD8F-C9CF-05E7A36836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A894DE38-9039-BBCD-35B4-BEFAFE8C4F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6A40A8-DCCB-44CF-8BF5-E0298EDCF6B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485230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4BFEA477-5317-E7E2-3270-94E72B651F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2B41C1-BAA6-4120-BEAB-789D04ED3CE7}" type="datetimeFigureOut">
              <a:rPr lang="zh-CN" altLang="en-US" smtClean="0"/>
              <a:t>2025/11/8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61EBC0A6-1667-2A11-9EFC-5C0D58419A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8A9DD9F9-DE2E-57AE-43D9-F64A51D9C5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6A40A8-DCCB-44CF-8BF5-E0298EDCF6B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908137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A3B970B-FC23-C313-11B2-36D4250A7D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517A4F9-56C8-CA52-2DDF-B9D6C53BFA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E14B2517-F232-13B8-7ABB-5AB9628B36B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9D90D700-3AF5-3555-871D-6135121ACF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2B41C1-BAA6-4120-BEAB-789D04ED3CE7}" type="datetimeFigureOut">
              <a:rPr lang="zh-CN" altLang="en-US" smtClean="0"/>
              <a:t>2025/11/8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CC97CCA6-1AB4-C595-C304-3BACFD5A1E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791B2492-C5F2-1418-88AA-A054B6C8E7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6A40A8-DCCB-44CF-8BF5-E0298EDCF6B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404674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76FEEFA-17EB-63BD-B907-0643F34AEC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2D9216D0-9598-A1A0-AC8B-AEF8A55E731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3E60B5F8-EFD9-1AEA-E4F9-4B16937B0DD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311A59A0-C7C7-C80A-4CF9-C1D5318F97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2B41C1-BAA6-4120-BEAB-789D04ED3CE7}" type="datetimeFigureOut">
              <a:rPr lang="zh-CN" altLang="en-US" smtClean="0"/>
              <a:t>2025/11/8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21472C58-14C2-BCCD-E668-056BFD9602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178E8ED7-D2FA-0621-CE81-C8A0D22092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6A40A8-DCCB-44CF-8BF5-E0298EDCF6B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4702137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41F08D1-A94C-2C8C-79AF-97465760D6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0848D10F-2828-46A7-7643-2DBE90ECD1D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E33F20E-F9F7-D5ED-DE42-10299B9432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2B41C1-BAA6-4120-BEAB-789D04ED3CE7}" type="datetimeFigureOut">
              <a:rPr lang="zh-CN" altLang="en-US" smtClean="0"/>
              <a:t>2025/11/8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032B03F-3AE8-8BB1-2F09-F5D16810D9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C22139B-A579-2523-0EB3-779F79A233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6A40A8-DCCB-44CF-8BF5-E0298EDCF6B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275405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75B704E7-A9E1-D0F9-08BA-4417AA96569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63E80333-4CAB-16AA-332E-56970EA1A1A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299DA6-1B05-795C-50D9-3B1B48BEFD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2B41C1-BAA6-4120-BEAB-789D04ED3CE7}" type="datetimeFigureOut">
              <a:rPr lang="zh-CN" altLang="en-US" smtClean="0"/>
              <a:t>2025/11/8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B43394-D1A8-EB7D-432B-8F4E3BB2A1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F19D538-ED98-9FA8-7C44-841121A1CC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6A40A8-DCCB-44CF-8BF5-E0298EDCF6B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343397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FCB10CF1-10F7-C5C8-5AAD-95A5D3F203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23BDC859-C3B0-ACDE-9E77-B2EDCD78B5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C1FE7F1-6F89-8EB3-5EB3-B28F7B1ED73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62B41C1-BAA6-4120-BEAB-789D04ED3CE7}" type="datetimeFigureOut">
              <a:rPr lang="zh-CN" altLang="en-US" smtClean="0"/>
              <a:t>2025/11/8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C645B7E-1151-4027-945E-4B9D784DDCB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1345BFE-71B1-9733-EB88-A29ECA1D0EB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56A40A8-DCCB-44CF-8BF5-E0298EDCF6B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265309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0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: 圆角 1">
            <a:extLst>
              <a:ext uri="{FF2B5EF4-FFF2-40B4-BE49-F238E27FC236}">
                <a16:creationId xmlns:a16="http://schemas.microsoft.com/office/drawing/2014/main" id="{C05D203B-8FA0-6C45-7833-A12A1663F7A8}"/>
              </a:ext>
            </a:extLst>
          </p:cNvPr>
          <p:cNvSpPr/>
          <p:nvPr/>
        </p:nvSpPr>
        <p:spPr>
          <a:xfrm>
            <a:off x="1728953" y="2345557"/>
            <a:ext cx="982717" cy="525517"/>
          </a:xfrm>
          <a:prstGeom prst="roundRect">
            <a:avLst>
              <a:gd name="adj" fmla="val 5263"/>
            </a:avLst>
          </a:prstGeom>
          <a:solidFill>
            <a:srgbClr val="00B0F0">
              <a:alpha val="44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34992942-37B2-CC88-7797-25B4BFD9E934}"/>
              </a:ext>
            </a:extLst>
          </p:cNvPr>
          <p:cNvSpPr txBox="1"/>
          <p:nvPr/>
        </p:nvSpPr>
        <p:spPr>
          <a:xfrm>
            <a:off x="1829819" y="2423649"/>
            <a:ext cx="7809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block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8C742106-FFB1-D74A-2838-520CC9764433}"/>
              </a:ext>
            </a:extLst>
          </p:cNvPr>
          <p:cNvSpPr/>
          <p:nvPr/>
        </p:nvSpPr>
        <p:spPr>
          <a:xfrm>
            <a:off x="4834103" y="2339207"/>
            <a:ext cx="1350798" cy="525517"/>
          </a:xfrm>
          <a:prstGeom prst="roundRect">
            <a:avLst>
              <a:gd name="adj" fmla="val 5263"/>
            </a:avLst>
          </a:prstGeom>
          <a:solidFill>
            <a:schemeClr val="accent3">
              <a:lumMod val="20000"/>
              <a:lumOff val="80000"/>
              <a:alpha val="44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9813FD6A-177C-C634-4850-6723F50D54C5}"/>
              </a:ext>
            </a:extLst>
          </p:cNvPr>
          <p:cNvSpPr txBox="1"/>
          <p:nvPr/>
        </p:nvSpPr>
        <p:spPr>
          <a:xfrm>
            <a:off x="5143647" y="2417299"/>
            <a:ext cx="7809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block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7" name="图片 6" descr="图标&#10;&#10;AI 生成的内容可能不正确。">
            <a:extLst>
              <a:ext uri="{FF2B5EF4-FFF2-40B4-BE49-F238E27FC236}">
                <a16:creationId xmlns:a16="http://schemas.microsoft.com/office/drawing/2014/main" id="{D0ED61A5-931F-B4ED-D970-BF721769BCC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34289" y="2692428"/>
            <a:ext cx="279199" cy="279199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8" name="文本框 7">
                <a:extLst>
                  <a:ext uri="{FF2B5EF4-FFF2-40B4-BE49-F238E27FC236}">
                    <a16:creationId xmlns:a16="http://schemas.microsoft.com/office/drawing/2014/main" id="{00D559A6-E1E0-A31F-6356-C796EAC828E2}"/>
                  </a:ext>
                </a:extLst>
              </p:cNvPr>
              <p:cNvSpPr txBox="1"/>
              <p:nvPr/>
            </p:nvSpPr>
            <p:spPr>
              <a:xfrm>
                <a:off x="2038497" y="609600"/>
                <a:ext cx="363626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</m:oMath>
                  </m:oMathPara>
                </a14:m>
                <a:endParaRPr lang="zh-CN" altLang="en-US" sz="2400" dirty="0"/>
              </a:p>
            </p:txBody>
          </p:sp>
        </mc:Choice>
        <mc:Fallback xmlns="">
          <p:sp>
            <p:nvSpPr>
              <p:cNvPr id="8" name="文本框 7">
                <a:extLst>
                  <a:ext uri="{FF2B5EF4-FFF2-40B4-BE49-F238E27FC236}">
                    <a16:creationId xmlns:a16="http://schemas.microsoft.com/office/drawing/2014/main" id="{00D559A6-E1E0-A31F-6356-C796EAC828E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38497" y="609600"/>
                <a:ext cx="363626" cy="369332"/>
              </a:xfrm>
              <a:prstGeom prst="rect">
                <a:avLst/>
              </a:prstGeom>
              <a:blipFill>
                <a:blip r:embed="rId4"/>
                <a:stretch>
                  <a:fillRect l="-8333" r="-3333" b="-1311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0" name="直接箭头连接符 9">
            <a:extLst>
              <a:ext uri="{FF2B5EF4-FFF2-40B4-BE49-F238E27FC236}">
                <a16:creationId xmlns:a16="http://schemas.microsoft.com/office/drawing/2014/main" id="{CB95DD63-1B47-CCF2-0F45-2AA3D268CFF1}"/>
              </a:ext>
            </a:extLst>
          </p:cNvPr>
          <p:cNvCxnSpPr>
            <a:cxnSpLocks/>
            <a:stCxn id="8" idx="2"/>
            <a:endCxn id="2" idx="0"/>
          </p:cNvCxnSpPr>
          <p:nvPr/>
        </p:nvCxnSpPr>
        <p:spPr>
          <a:xfrm>
            <a:off x="2220310" y="978932"/>
            <a:ext cx="2" cy="136662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文本框 14">
                <a:extLst>
                  <a:ext uri="{FF2B5EF4-FFF2-40B4-BE49-F238E27FC236}">
                    <a16:creationId xmlns:a16="http://schemas.microsoft.com/office/drawing/2014/main" id="{64C044F7-5A43-C300-E03B-CA0BC2E717F9}"/>
                  </a:ext>
                </a:extLst>
              </p:cNvPr>
              <p:cNvSpPr txBox="1"/>
              <p:nvPr/>
            </p:nvSpPr>
            <p:spPr>
              <a:xfrm>
                <a:off x="5385771" y="240268"/>
                <a:ext cx="261738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b="0" i="1" smtClean="0">
                          <a:latin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lang="zh-CN" altLang="en-US" sz="2400" dirty="0"/>
              </a:p>
            </p:txBody>
          </p:sp>
        </mc:Choice>
        <mc:Fallback xmlns="">
          <p:sp>
            <p:nvSpPr>
              <p:cNvPr id="15" name="文本框 14">
                <a:extLst>
                  <a:ext uri="{FF2B5EF4-FFF2-40B4-BE49-F238E27FC236}">
                    <a16:creationId xmlns:a16="http://schemas.microsoft.com/office/drawing/2014/main" id="{64C044F7-5A43-C300-E03B-CA0BC2E717F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85771" y="240268"/>
                <a:ext cx="261738" cy="369332"/>
              </a:xfrm>
              <a:prstGeom prst="rect">
                <a:avLst/>
              </a:prstGeom>
              <a:blipFill>
                <a:blip r:embed="rId5"/>
                <a:stretch>
                  <a:fillRect l="-25581" r="-23256" b="-2459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矩形: 圆角 15">
            <a:extLst>
              <a:ext uri="{FF2B5EF4-FFF2-40B4-BE49-F238E27FC236}">
                <a16:creationId xmlns:a16="http://schemas.microsoft.com/office/drawing/2014/main" id="{CCCBA709-45DD-1E88-7B01-D10A9AD97625}"/>
              </a:ext>
            </a:extLst>
          </p:cNvPr>
          <p:cNvSpPr/>
          <p:nvPr/>
        </p:nvSpPr>
        <p:spPr>
          <a:xfrm>
            <a:off x="4834102" y="978932"/>
            <a:ext cx="1350798" cy="525517"/>
          </a:xfrm>
          <a:prstGeom prst="roundRect">
            <a:avLst>
              <a:gd name="adj" fmla="val 5263"/>
            </a:avLst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8AA1C8B4-759D-0BB5-DBB0-B06CC55463AA}"/>
              </a:ext>
            </a:extLst>
          </p:cNvPr>
          <p:cNvSpPr txBox="1"/>
          <p:nvPr/>
        </p:nvSpPr>
        <p:spPr>
          <a:xfrm>
            <a:off x="4934969" y="1072413"/>
            <a:ext cx="119648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Zero Conv</a:t>
            </a:r>
            <a:endParaRPr lang="zh-CN" altLang="en-US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8" name="直接箭头连接符 17">
            <a:extLst>
              <a:ext uri="{FF2B5EF4-FFF2-40B4-BE49-F238E27FC236}">
                <a16:creationId xmlns:a16="http://schemas.microsoft.com/office/drawing/2014/main" id="{F9F905A7-95BB-22E2-DF38-281125D33703}"/>
              </a:ext>
            </a:extLst>
          </p:cNvPr>
          <p:cNvCxnSpPr>
            <a:cxnSpLocks/>
            <a:stCxn id="15" idx="2"/>
            <a:endCxn id="16" idx="0"/>
          </p:cNvCxnSpPr>
          <p:nvPr/>
        </p:nvCxnSpPr>
        <p:spPr>
          <a:xfrm flipH="1">
            <a:off x="5509501" y="609600"/>
            <a:ext cx="7139" cy="36933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直接箭头连接符 20">
            <a:extLst>
              <a:ext uri="{FF2B5EF4-FFF2-40B4-BE49-F238E27FC236}">
                <a16:creationId xmlns:a16="http://schemas.microsoft.com/office/drawing/2014/main" id="{04170ABD-9AC6-3C8E-6579-458CD17EB4E4}"/>
              </a:ext>
            </a:extLst>
          </p:cNvPr>
          <p:cNvCxnSpPr>
            <a:cxnSpLocks/>
            <a:stCxn id="16" idx="2"/>
            <a:endCxn id="4" idx="0"/>
          </p:cNvCxnSpPr>
          <p:nvPr/>
        </p:nvCxnSpPr>
        <p:spPr>
          <a:xfrm>
            <a:off x="5509501" y="1504449"/>
            <a:ext cx="1" cy="83475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矩形: 圆角 25">
            <a:extLst>
              <a:ext uri="{FF2B5EF4-FFF2-40B4-BE49-F238E27FC236}">
                <a16:creationId xmlns:a16="http://schemas.microsoft.com/office/drawing/2014/main" id="{D72C9434-865A-534D-BD79-9CB622C20C06}"/>
              </a:ext>
            </a:extLst>
          </p:cNvPr>
          <p:cNvSpPr/>
          <p:nvPr/>
        </p:nvSpPr>
        <p:spPr>
          <a:xfrm>
            <a:off x="4834102" y="3659926"/>
            <a:ext cx="1350798" cy="525517"/>
          </a:xfrm>
          <a:prstGeom prst="roundRect">
            <a:avLst>
              <a:gd name="adj" fmla="val 5263"/>
            </a:avLst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0CDEF4D8-DEB2-F329-83CD-C0BEB343EF21}"/>
              </a:ext>
            </a:extLst>
          </p:cNvPr>
          <p:cNvSpPr txBox="1"/>
          <p:nvPr/>
        </p:nvSpPr>
        <p:spPr>
          <a:xfrm>
            <a:off x="4934969" y="3753407"/>
            <a:ext cx="119648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Zero Conv</a:t>
            </a:r>
            <a:endParaRPr lang="zh-CN" altLang="en-US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28" name="直接箭头连接符 27">
            <a:extLst>
              <a:ext uri="{FF2B5EF4-FFF2-40B4-BE49-F238E27FC236}">
                <a16:creationId xmlns:a16="http://schemas.microsoft.com/office/drawing/2014/main" id="{713A6A55-2737-BD32-20D0-C5EA485CC7A0}"/>
              </a:ext>
            </a:extLst>
          </p:cNvPr>
          <p:cNvCxnSpPr>
            <a:cxnSpLocks/>
            <a:stCxn id="4" idx="2"/>
            <a:endCxn id="26" idx="0"/>
          </p:cNvCxnSpPr>
          <p:nvPr/>
        </p:nvCxnSpPr>
        <p:spPr>
          <a:xfrm flipH="1">
            <a:off x="5509501" y="2864724"/>
            <a:ext cx="1" cy="79520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95E26FB7-6C3F-1C9B-926D-B7400392F2DA}"/>
              </a:ext>
            </a:extLst>
          </p:cNvPr>
          <p:cNvGrpSpPr/>
          <p:nvPr/>
        </p:nvGrpSpPr>
        <p:grpSpPr>
          <a:xfrm>
            <a:off x="5401544" y="1775988"/>
            <a:ext cx="230191" cy="256775"/>
            <a:chOff x="5281075" y="4315800"/>
            <a:chExt cx="360000" cy="363969"/>
          </a:xfrm>
        </p:grpSpPr>
        <p:sp>
          <p:nvSpPr>
            <p:cNvPr id="32" name="加号 31">
              <a:extLst>
                <a:ext uri="{FF2B5EF4-FFF2-40B4-BE49-F238E27FC236}">
                  <a16:creationId xmlns:a16="http://schemas.microsoft.com/office/drawing/2014/main" id="{17E2C394-89C9-702C-6789-6FAEBBE2C599}"/>
                </a:ext>
              </a:extLst>
            </p:cNvPr>
            <p:cNvSpPr/>
            <p:nvPr/>
          </p:nvSpPr>
          <p:spPr>
            <a:xfrm>
              <a:off x="5281075" y="4319769"/>
              <a:ext cx="360000" cy="360000"/>
            </a:xfrm>
            <a:prstGeom prst="mathPlus">
              <a:avLst>
                <a:gd name="adj1" fmla="val 12933"/>
              </a:avLst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3" name="椭圆 32">
              <a:extLst>
                <a:ext uri="{FF2B5EF4-FFF2-40B4-BE49-F238E27FC236}">
                  <a16:creationId xmlns:a16="http://schemas.microsoft.com/office/drawing/2014/main" id="{FAF56952-3B22-6F37-AC60-760D1944D6F2}"/>
                </a:ext>
              </a:extLst>
            </p:cNvPr>
            <p:cNvSpPr/>
            <p:nvPr/>
          </p:nvSpPr>
          <p:spPr>
            <a:xfrm>
              <a:off x="5281075" y="4315800"/>
              <a:ext cx="360000" cy="360000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34" name="组合 33">
            <a:extLst>
              <a:ext uri="{FF2B5EF4-FFF2-40B4-BE49-F238E27FC236}">
                <a16:creationId xmlns:a16="http://schemas.microsoft.com/office/drawing/2014/main" id="{C56D55FF-6953-7686-EBC5-8E6974013215}"/>
              </a:ext>
            </a:extLst>
          </p:cNvPr>
          <p:cNvGrpSpPr/>
          <p:nvPr/>
        </p:nvGrpSpPr>
        <p:grpSpPr>
          <a:xfrm>
            <a:off x="2959851" y="3593073"/>
            <a:ext cx="230191" cy="256775"/>
            <a:chOff x="5281075" y="4315800"/>
            <a:chExt cx="360000" cy="363969"/>
          </a:xfrm>
        </p:grpSpPr>
        <p:sp>
          <p:nvSpPr>
            <p:cNvPr id="35" name="加号 34">
              <a:extLst>
                <a:ext uri="{FF2B5EF4-FFF2-40B4-BE49-F238E27FC236}">
                  <a16:creationId xmlns:a16="http://schemas.microsoft.com/office/drawing/2014/main" id="{C95066F8-98D5-DA91-2942-4C6FF3AB453F}"/>
                </a:ext>
              </a:extLst>
            </p:cNvPr>
            <p:cNvSpPr/>
            <p:nvPr/>
          </p:nvSpPr>
          <p:spPr>
            <a:xfrm>
              <a:off x="5281075" y="4319769"/>
              <a:ext cx="360000" cy="360000"/>
            </a:xfrm>
            <a:prstGeom prst="mathPlus">
              <a:avLst>
                <a:gd name="adj1" fmla="val 12933"/>
              </a:avLst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6" name="椭圆 35">
              <a:extLst>
                <a:ext uri="{FF2B5EF4-FFF2-40B4-BE49-F238E27FC236}">
                  <a16:creationId xmlns:a16="http://schemas.microsoft.com/office/drawing/2014/main" id="{0D6C564A-9733-6945-B133-60AAA9A89764}"/>
                </a:ext>
              </a:extLst>
            </p:cNvPr>
            <p:cNvSpPr/>
            <p:nvPr/>
          </p:nvSpPr>
          <p:spPr>
            <a:xfrm>
              <a:off x="5281075" y="4315800"/>
              <a:ext cx="360000" cy="360000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cxnSp>
        <p:nvCxnSpPr>
          <p:cNvPr id="37" name="直接箭头连接符 36">
            <a:extLst>
              <a:ext uri="{FF2B5EF4-FFF2-40B4-BE49-F238E27FC236}">
                <a16:creationId xmlns:a16="http://schemas.microsoft.com/office/drawing/2014/main" id="{C097A2BE-2C1D-753E-4284-FC85FE1118CD}"/>
              </a:ext>
            </a:extLst>
          </p:cNvPr>
          <p:cNvCxnSpPr>
            <a:cxnSpLocks/>
          </p:cNvCxnSpPr>
          <p:nvPr/>
        </p:nvCxnSpPr>
        <p:spPr>
          <a:xfrm>
            <a:off x="2220308" y="4898800"/>
            <a:ext cx="2" cy="136662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0998685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35EBD3D1-CB23-26EA-7A2A-7F520567C34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4759" y="0"/>
            <a:ext cx="1184248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967616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图片 11">
            <a:extLst>
              <a:ext uri="{FF2B5EF4-FFF2-40B4-BE49-F238E27FC236}">
                <a16:creationId xmlns:a16="http://schemas.microsoft.com/office/drawing/2014/main" id="{80BDB863-C5A6-735F-D908-1F0E4787AA7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3424" y="948078"/>
            <a:ext cx="9696450" cy="4881638"/>
          </a:xfrm>
          <a:prstGeom prst="rect">
            <a:avLst/>
          </a:prstGeom>
        </p:spPr>
      </p:pic>
      <p:cxnSp>
        <p:nvCxnSpPr>
          <p:cNvPr id="13" name="直接箭头连接符 12">
            <a:extLst>
              <a:ext uri="{FF2B5EF4-FFF2-40B4-BE49-F238E27FC236}">
                <a16:creationId xmlns:a16="http://schemas.microsoft.com/office/drawing/2014/main" id="{F1250304-844C-A455-27FB-CEBD05306CFA}"/>
              </a:ext>
            </a:extLst>
          </p:cNvPr>
          <p:cNvCxnSpPr>
            <a:cxnSpLocks/>
            <a:stCxn id="15" idx="2"/>
          </p:cNvCxnSpPr>
          <p:nvPr/>
        </p:nvCxnSpPr>
        <p:spPr>
          <a:xfrm>
            <a:off x="1683067" y="3696674"/>
            <a:ext cx="1168083" cy="811826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文本框 14">
            <a:extLst>
              <a:ext uri="{FF2B5EF4-FFF2-40B4-BE49-F238E27FC236}">
                <a16:creationId xmlns:a16="http://schemas.microsoft.com/office/drawing/2014/main" id="{BE80C30D-AC3A-3C59-9EA5-C5F69461787B}"/>
              </a:ext>
            </a:extLst>
          </p:cNvPr>
          <p:cNvSpPr txBox="1"/>
          <p:nvPr/>
        </p:nvSpPr>
        <p:spPr>
          <a:xfrm>
            <a:off x="743584" y="3388897"/>
            <a:ext cx="187896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 Density Region</a:t>
            </a:r>
            <a:endParaRPr lang="zh-CN" alt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D392C174-661D-4FB6-62D0-111F8E4993F8}"/>
              </a:ext>
            </a:extLst>
          </p:cNvPr>
          <p:cNvSpPr txBox="1"/>
          <p:nvPr/>
        </p:nvSpPr>
        <p:spPr>
          <a:xfrm>
            <a:off x="6199506" y="4965353"/>
            <a:ext cx="189674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Low Density Region</a:t>
            </a:r>
            <a:endParaRPr lang="zh-CN" alt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8" name="直接箭头连接符 17">
            <a:extLst>
              <a:ext uri="{FF2B5EF4-FFF2-40B4-BE49-F238E27FC236}">
                <a16:creationId xmlns:a16="http://schemas.microsoft.com/office/drawing/2014/main" id="{B2A94288-5016-D397-E864-6845C6BDE368}"/>
              </a:ext>
            </a:extLst>
          </p:cNvPr>
          <p:cNvCxnSpPr>
            <a:cxnSpLocks/>
            <a:stCxn id="17" idx="0"/>
          </p:cNvCxnSpPr>
          <p:nvPr/>
        </p:nvCxnSpPr>
        <p:spPr>
          <a:xfrm flipH="1" flipV="1">
            <a:off x="6199506" y="4076700"/>
            <a:ext cx="948372" cy="888653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21" name="文本框 20">
                <a:extLst>
                  <a:ext uri="{FF2B5EF4-FFF2-40B4-BE49-F238E27FC236}">
                    <a16:creationId xmlns:a16="http://schemas.microsoft.com/office/drawing/2014/main" id="{52E3A5B3-999D-474B-7862-41F4BEA3D265}"/>
                  </a:ext>
                </a:extLst>
              </p:cNvPr>
              <p:cNvSpPr txBox="1"/>
              <p:nvPr/>
            </p:nvSpPr>
            <p:spPr>
              <a:xfrm>
                <a:off x="10524576" y="861894"/>
                <a:ext cx="439057" cy="21544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400" b="0" i="1" smtClean="0">
                          <a:latin typeface="Cambria Math" panose="02040503050406030204" pitchFamily="18" charset="0"/>
                        </a:rPr>
                        <m:t>𝑝</m:t>
                      </m:r>
                      <m:d>
                        <m:dPr>
                          <m:ctrlPr>
                            <a:rPr lang="en-US" altLang="zh-CN" sz="1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1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</m:oMath>
                  </m:oMathPara>
                </a14:m>
                <a:endParaRPr lang="zh-CN" altLang="en-US" sz="1400" dirty="0"/>
              </a:p>
            </p:txBody>
          </p:sp>
        </mc:Choice>
        <mc:Fallback>
          <p:sp>
            <p:nvSpPr>
              <p:cNvPr id="21" name="文本框 20">
                <a:extLst>
                  <a:ext uri="{FF2B5EF4-FFF2-40B4-BE49-F238E27FC236}">
                    <a16:creationId xmlns:a16="http://schemas.microsoft.com/office/drawing/2014/main" id="{52E3A5B3-999D-474B-7862-41F4BEA3D26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524576" y="861894"/>
                <a:ext cx="439057" cy="215444"/>
              </a:xfrm>
              <a:prstGeom prst="rect">
                <a:avLst/>
              </a:prstGeom>
              <a:blipFill>
                <a:blip r:embed="rId3"/>
                <a:stretch>
                  <a:fillRect l="-4167" b="-2222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" name="矩形 21">
            <a:extLst>
              <a:ext uri="{FF2B5EF4-FFF2-40B4-BE49-F238E27FC236}">
                <a16:creationId xmlns:a16="http://schemas.microsoft.com/office/drawing/2014/main" id="{00A43C75-7D3C-B0D7-409D-09BB0CA3D989}"/>
              </a:ext>
            </a:extLst>
          </p:cNvPr>
          <p:cNvSpPr/>
          <p:nvPr/>
        </p:nvSpPr>
        <p:spPr>
          <a:xfrm>
            <a:off x="10048069" y="848968"/>
            <a:ext cx="439057" cy="215444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3" name="文本框 22">
                <a:extLst>
                  <a:ext uri="{FF2B5EF4-FFF2-40B4-BE49-F238E27FC236}">
                    <a16:creationId xmlns:a16="http://schemas.microsoft.com/office/drawing/2014/main" id="{CD72B098-E5A1-1883-E7AB-29262768538A}"/>
                  </a:ext>
                </a:extLst>
              </p:cNvPr>
              <p:cNvSpPr txBox="1"/>
              <p:nvPr/>
            </p:nvSpPr>
            <p:spPr>
              <a:xfrm>
                <a:off x="8959200" y="857476"/>
                <a:ext cx="675212" cy="21544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400" b="0" i="1" smtClean="0">
                          <a:latin typeface="Cambria Math" panose="02040503050406030204" pitchFamily="18" charset="0"/>
                        </a:rPr>
                        <m:t>𝑝</m:t>
                      </m:r>
                      <m:d>
                        <m:dPr>
                          <m:ctrlPr>
                            <a:rPr lang="en-US" altLang="zh-CN" sz="1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1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altLang="zh-CN" sz="1400" b="0" i="1" smtClean="0">
                              <a:latin typeface="Cambria Math" panose="02040503050406030204" pitchFamily="18" charset="0"/>
                            </a:rPr>
                            <m:t> | </m:t>
                          </m:r>
                          <m:r>
                            <m:rPr>
                              <m:sty m:val="p"/>
                            </m:rPr>
                            <a:rPr lang="en-US" altLang="zh-CN" sz="1400" i="1">
                              <a:latin typeface="Cambria Math" panose="02040503050406030204" pitchFamily="18" charset="0"/>
                            </a:rPr>
                            <m:t>c</m:t>
                          </m:r>
                        </m:e>
                      </m:d>
                    </m:oMath>
                  </m:oMathPara>
                </a14:m>
                <a:endParaRPr lang="zh-CN" altLang="en-US" sz="1400" dirty="0"/>
              </a:p>
            </p:txBody>
          </p:sp>
        </mc:Choice>
        <mc:Fallback>
          <p:sp>
            <p:nvSpPr>
              <p:cNvPr id="23" name="文本框 22">
                <a:extLst>
                  <a:ext uri="{FF2B5EF4-FFF2-40B4-BE49-F238E27FC236}">
                    <a16:creationId xmlns:a16="http://schemas.microsoft.com/office/drawing/2014/main" id="{CD72B098-E5A1-1883-E7AB-29262768538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59200" y="857476"/>
                <a:ext cx="675212" cy="215444"/>
              </a:xfrm>
              <a:prstGeom prst="rect">
                <a:avLst/>
              </a:prstGeom>
              <a:blipFill>
                <a:blip r:embed="rId4"/>
                <a:stretch>
                  <a:fillRect l="-1818" b="-3142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4" name="矩形 23">
            <a:extLst>
              <a:ext uri="{FF2B5EF4-FFF2-40B4-BE49-F238E27FC236}">
                <a16:creationId xmlns:a16="http://schemas.microsoft.com/office/drawing/2014/main" id="{FF2756B0-8177-6950-FE27-38FF5CBD06DF}"/>
              </a:ext>
            </a:extLst>
          </p:cNvPr>
          <p:cNvSpPr/>
          <p:nvPr/>
        </p:nvSpPr>
        <p:spPr>
          <a:xfrm>
            <a:off x="8424989" y="848968"/>
            <a:ext cx="496761" cy="215444"/>
          </a:xfrm>
          <a:prstGeom prst="rect">
            <a:avLst/>
          </a:prstGeom>
          <a:solidFill>
            <a:srgbClr val="FCB696"/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8360955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6BEDC4-A437-8770-149A-1A2895EC20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图片 11">
            <a:extLst>
              <a:ext uri="{FF2B5EF4-FFF2-40B4-BE49-F238E27FC236}">
                <a16:creationId xmlns:a16="http://schemas.microsoft.com/office/drawing/2014/main" id="{A45A691C-B18B-E51A-1F2B-330FF83C451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59994"/>
            <a:ext cx="12192000" cy="6138012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1" name="文本框 20">
                <a:extLst>
                  <a:ext uri="{FF2B5EF4-FFF2-40B4-BE49-F238E27FC236}">
                    <a16:creationId xmlns:a16="http://schemas.microsoft.com/office/drawing/2014/main" id="{1F0F3EFA-23EA-BDC7-25AD-AEA1C18891B0}"/>
                  </a:ext>
                </a:extLst>
              </p:cNvPr>
              <p:cNvSpPr txBox="1"/>
              <p:nvPr/>
            </p:nvSpPr>
            <p:spPr>
              <a:xfrm>
                <a:off x="11389658" y="221494"/>
                <a:ext cx="515590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𝑝</m:t>
                      </m:r>
                      <m:d>
                        <m:d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21" name="文本框 20">
                <a:extLst>
                  <a:ext uri="{FF2B5EF4-FFF2-40B4-BE49-F238E27FC236}">
                    <a16:creationId xmlns:a16="http://schemas.microsoft.com/office/drawing/2014/main" id="{1F0F3EFA-23EA-BDC7-25AD-AEA1C18891B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389658" y="221494"/>
                <a:ext cx="515590" cy="276999"/>
              </a:xfrm>
              <a:prstGeom prst="rect">
                <a:avLst/>
              </a:prstGeom>
              <a:blipFill>
                <a:blip r:embed="rId3"/>
                <a:stretch>
                  <a:fillRect l="-10588" b="-2391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" name="矩形 21">
            <a:extLst>
              <a:ext uri="{FF2B5EF4-FFF2-40B4-BE49-F238E27FC236}">
                <a16:creationId xmlns:a16="http://schemas.microsoft.com/office/drawing/2014/main" id="{EE30A711-A6D3-86B8-50C9-C5E189EA790F}"/>
              </a:ext>
            </a:extLst>
          </p:cNvPr>
          <p:cNvSpPr/>
          <p:nvPr/>
        </p:nvSpPr>
        <p:spPr>
          <a:xfrm>
            <a:off x="10617797" y="221495"/>
            <a:ext cx="640080" cy="276998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3" name="文本框 22">
                <a:extLst>
                  <a:ext uri="{FF2B5EF4-FFF2-40B4-BE49-F238E27FC236}">
                    <a16:creationId xmlns:a16="http://schemas.microsoft.com/office/drawing/2014/main" id="{9F9FEDB5-9E35-4AC5-87E0-7F5D392925A6}"/>
                  </a:ext>
                </a:extLst>
              </p:cNvPr>
              <p:cNvSpPr txBox="1"/>
              <p:nvPr/>
            </p:nvSpPr>
            <p:spPr>
              <a:xfrm>
                <a:off x="9103952" y="221494"/>
                <a:ext cx="792909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𝑝</m:t>
                      </m:r>
                      <m:d>
                        <m:d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 | </m:t>
                          </m:r>
                          <m:r>
                            <m:rPr>
                              <m:sty m:val="p"/>
                            </m:rPr>
                            <a:rPr lang="en-US" altLang="zh-CN" i="1">
                              <a:latin typeface="Cambria Math" panose="02040503050406030204" pitchFamily="18" charset="0"/>
                            </a:rPr>
                            <m:t>c</m:t>
                          </m:r>
                        </m:e>
                      </m:d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23" name="文本框 22">
                <a:extLst>
                  <a:ext uri="{FF2B5EF4-FFF2-40B4-BE49-F238E27FC236}">
                    <a16:creationId xmlns:a16="http://schemas.microsoft.com/office/drawing/2014/main" id="{9F9FEDB5-9E35-4AC5-87E0-7F5D392925A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03952" y="221494"/>
                <a:ext cx="792909" cy="276999"/>
              </a:xfrm>
              <a:prstGeom prst="rect">
                <a:avLst/>
              </a:prstGeom>
              <a:blipFill>
                <a:blip r:embed="rId4"/>
                <a:stretch>
                  <a:fillRect l="-6107" t="-2174" b="-3260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4" name="矩形 23">
            <a:extLst>
              <a:ext uri="{FF2B5EF4-FFF2-40B4-BE49-F238E27FC236}">
                <a16:creationId xmlns:a16="http://schemas.microsoft.com/office/drawing/2014/main" id="{B2F608C5-D814-C079-C092-B32EFB9F5F9C}"/>
              </a:ext>
            </a:extLst>
          </p:cNvPr>
          <p:cNvSpPr/>
          <p:nvPr/>
        </p:nvSpPr>
        <p:spPr>
          <a:xfrm>
            <a:off x="8332091" y="221495"/>
            <a:ext cx="640080" cy="276998"/>
          </a:xfrm>
          <a:prstGeom prst="rect">
            <a:avLst/>
          </a:prstGeom>
          <a:solidFill>
            <a:srgbClr val="FCB696"/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437649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ABD8A6-3E1A-DE69-B7EA-E6E1B487C9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图片 11">
            <a:extLst>
              <a:ext uri="{FF2B5EF4-FFF2-40B4-BE49-F238E27FC236}">
                <a16:creationId xmlns:a16="http://schemas.microsoft.com/office/drawing/2014/main" id="{00B3309F-5B02-AFAA-322E-FE0A658A83D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59994"/>
            <a:ext cx="12192000" cy="6138012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1" name="文本框 20">
                <a:extLst>
                  <a:ext uri="{FF2B5EF4-FFF2-40B4-BE49-F238E27FC236}">
                    <a16:creationId xmlns:a16="http://schemas.microsoft.com/office/drawing/2014/main" id="{5C554178-E390-589E-B2B2-5F6820D12F26}"/>
                  </a:ext>
                </a:extLst>
              </p:cNvPr>
              <p:cNvSpPr txBox="1"/>
              <p:nvPr/>
            </p:nvSpPr>
            <p:spPr>
              <a:xfrm>
                <a:off x="11389658" y="221494"/>
                <a:ext cx="515590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𝑝</m:t>
                      </m:r>
                      <m:d>
                        <m:d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21" name="文本框 20">
                <a:extLst>
                  <a:ext uri="{FF2B5EF4-FFF2-40B4-BE49-F238E27FC236}">
                    <a16:creationId xmlns:a16="http://schemas.microsoft.com/office/drawing/2014/main" id="{5C554178-E390-589E-B2B2-5F6820D12F2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389658" y="221494"/>
                <a:ext cx="515590" cy="276999"/>
              </a:xfrm>
              <a:prstGeom prst="rect">
                <a:avLst/>
              </a:prstGeom>
              <a:blipFill>
                <a:blip r:embed="rId3"/>
                <a:stretch>
                  <a:fillRect l="-10588" b="-2391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" name="矩形 21">
            <a:extLst>
              <a:ext uri="{FF2B5EF4-FFF2-40B4-BE49-F238E27FC236}">
                <a16:creationId xmlns:a16="http://schemas.microsoft.com/office/drawing/2014/main" id="{18068DA5-98D9-8B7E-38CB-657A5103E6BF}"/>
              </a:ext>
            </a:extLst>
          </p:cNvPr>
          <p:cNvSpPr/>
          <p:nvPr/>
        </p:nvSpPr>
        <p:spPr>
          <a:xfrm>
            <a:off x="10617797" y="221495"/>
            <a:ext cx="640080" cy="276998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3" name="文本框 22">
                <a:extLst>
                  <a:ext uri="{FF2B5EF4-FFF2-40B4-BE49-F238E27FC236}">
                    <a16:creationId xmlns:a16="http://schemas.microsoft.com/office/drawing/2014/main" id="{E0BC7883-3D8B-21D7-1F42-0F6936675F09}"/>
                  </a:ext>
                </a:extLst>
              </p:cNvPr>
              <p:cNvSpPr txBox="1"/>
              <p:nvPr/>
            </p:nvSpPr>
            <p:spPr>
              <a:xfrm>
                <a:off x="9103952" y="221494"/>
                <a:ext cx="792909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𝑝</m:t>
                      </m:r>
                      <m:d>
                        <m:d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 | </m:t>
                          </m:r>
                          <m:r>
                            <m:rPr>
                              <m:sty m:val="p"/>
                            </m:rPr>
                            <a:rPr lang="en-US" altLang="zh-CN" i="1">
                              <a:latin typeface="Cambria Math" panose="02040503050406030204" pitchFamily="18" charset="0"/>
                            </a:rPr>
                            <m:t>c</m:t>
                          </m:r>
                        </m:e>
                      </m:d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23" name="文本框 22">
                <a:extLst>
                  <a:ext uri="{FF2B5EF4-FFF2-40B4-BE49-F238E27FC236}">
                    <a16:creationId xmlns:a16="http://schemas.microsoft.com/office/drawing/2014/main" id="{E0BC7883-3D8B-21D7-1F42-0F6936675F0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03952" y="221494"/>
                <a:ext cx="792909" cy="276999"/>
              </a:xfrm>
              <a:prstGeom prst="rect">
                <a:avLst/>
              </a:prstGeom>
              <a:blipFill>
                <a:blip r:embed="rId4"/>
                <a:stretch>
                  <a:fillRect l="-6107" t="-2174" b="-3260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4" name="矩形 23">
            <a:extLst>
              <a:ext uri="{FF2B5EF4-FFF2-40B4-BE49-F238E27FC236}">
                <a16:creationId xmlns:a16="http://schemas.microsoft.com/office/drawing/2014/main" id="{3EA7923B-50C9-A1C6-38E5-F8B41803B136}"/>
              </a:ext>
            </a:extLst>
          </p:cNvPr>
          <p:cNvSpPr/>
          <p:nvPr/>
        </p:nvSpPr>
        <p:spPr>
          <a:xfrm>
            <a:off x="8332091" y="221495"/>
            <a:ext cx="640080" cy="276998"/>
          </a:xfrm>
          <a:prstGeom prst="rect">
            <a:avLst/>
          </a:prstGeom>
          <a:solidFill>
            <a:srgbClr val="FCB696"/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3" name="直接箭头连接符 2">
            <a:extLst>
              <a:ext uri="{FF2B5EF4-FFF2-40B4-BE49-F238E27FC236}">
                <a16:creationId xmlns:a16="http://schemas.microsoft.com/office/drawing/2014/main" id="{3EED4C7E-E232-758F-CEA8-A54B5103A337}"/>
              </a:ext>
            </a:extLst>
          </p:cNvPr>
          <p:cNvCxnSpPr/>
          <p:nvPr/>
        </p:nvCxnSpPr>
        <p:spPr>
          <a:xfrm flipV="1">
            <a:off x="4679576" y="3991087"/>
            <a:ext cx="532504" cy="387275"/>
          </a:xfrm>
          <a:prstGeom prst="straightConnector1">
            <a:avLst/>
          </a:prstGeom>
          <a:ln>
            <a:solidFill>
              <a:schemeClr val="accent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直接箭头连接符 3">
            <a:extLst>
              <a:ext uri="{FF2B5EF4-FFF2-40B4-BE49-F238E27FC236}">
                <a16:creationId xmlns:a16="http://schemas.microsoft.com/office/drawing/2014/main" id="{27E24145-CCF8-CA10-18BD-0270017D25B7}"/>
              </a:ext>
            </a:extLst>
          </p:cNvPr>
          <p:cNvCxnSpPr>
            <a:cxnSpLocks/>
          </p:cNvCxnSpPr>
          <p:nvPr/>
        </p:nvCxnSpPr>
        <p:spPr>
          <a:xfrm flipV="1">
            <a:off x="4679576" y="4313816"/>
            <a:ext cx="532504" cy="64546"/>
          </a:xfrm>
          <a:prstGeom prst="straightConnector1">
            <a:avLst/>
          </a:prstGeom>
          <a:ln>
            <a:solidFill>
              <a:srgbClr val="5877F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直接箭头连接符 6">
            <a:extLst>
              <a:ext uri="{FF2B5EF4-FFF2-40B4-BE49-F238E27FC236}">
                <a16:creationId xmlns:a16="http://schemas.microsoft.com/office/drawing/2014/main" id="{79D004CE-D500-25A3-7C0C-BBE81B58A44B}"/>
              </a:ext>
            </a:extLst>
          </p:cNvPr>
          <p:cNvCxnSpPr>
            <a:cxnSpLocks/>
          </p:cNvCxnSpPr>
          <p:nvPr/>
        </p:nvCxnSpPr>
        <p:spPr>
          <a:xfrm flipV="1">
            <a:off x="5212080" y="4044875"/>
            <a:ext cx="0" cy="268941"/>
          </a:xfrm>
          <a:prstGeom prst="straightConnector1">
            <a:avLst/>
          </a:prstGeom>
          <a:ln>
            <a:solidFill>
              <a:srgbClr val="5877F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5980867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3ADAF662-2B1E-EEB8-473B-D7780AAB27B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13449" y="791589"/>
            <a:ext cx="5018459" cy="4270225"/>
          </a:xfrm>
          <a:prstGeom prst="rect">
            <a:avLst/>
          </a:prstGeom>
        </p:spPr>
      </p:pic>
      <p:cxnSp>
        <p:nvCxnSpPr>
          <p:cNvPr id="6" name="直接箭头连接符 5">
            <a:extLst>
              <a:ext uri="{FF2B5EF4-FFF2-40B4-BE49-F238E27FC236}">
                <a16:creationId xmlns:a16="http://schemas.microsoft.com/office/drawing/2014/main" id="{C4904BCD-7AD1-EBDD-E97B-CD2757A69738}"/>
              </a:ext>
            </a:extLst>
          </p:cNvPr>
          <p:cNvCxnSpPr>
            <a:cxnSpLocks/>
          </p:cNvCxnSpPr>
          <p:nvPr/>
        </p:nvCxnSpPr>
        <p:spPr>
          <a:xfrm flipV="1">
            <a:off x="6454662" y="3257550"/>
            <a:ext cx="300349" cy="281905"/>
          </a:xfrm>
          <a:prstGeom prst="straightConnector1">
            <a:avLst/>
          </a:prstGeom>
          <a:ln w="127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直接箭头连接符 6">
            <a:extLst>
              <a:ext uri="{FF2B5EF4-FFF2-40B4-BE49-F238E27FC236}">
                <a16:creationId xmlns:a16="http://schemas.microsoft.com/office/drawing/2014/main" id="{F84036DD-C89F-1EA7-8BA5-E5EA3FC59B96}"/>
              </a:ext>
            </a:extLst>
          </p:cNvPr>
          <p:cNvCxnSpPr>
            <a:cxnSpLocks/>
          </p:cNvCxnSpPr>
          <p:nvPr/>
        </p:nvCxnSpPr>
        <p:spPr>
          <a:xfrm flipV="1">
            <a:off x="6454662" y="3519488"/>
            <a:ext cx="306897" cy="35695"/>
          </a:xfrm>
          <a:prstGeom prst="straightConnector1">
            <a:avLst/>
          </a:prstGeom>
          <a:ln w="12700">
            <a:solidFill>
              <a:srgbClr val="5877F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直接箭头连接符 10">
            <a:extLst>
              <a:ext uri="{FF2B5EF4-FFF2-40B4-BE49-F238E27FC236}">
                <a16:creationId xmlns:a16="http://schemas.microsoft.com/office/drawing/2014/main" id="{B09FF9FD-7C67-88E5-40CA-8DCC52AF5FD1}"/>
              </a:ext>
            </a:extLst>
          </p:cNvPr>
          <p:cNvCxnSpPr>
            <a:cxnSpLocks/>
          </p:cNvCxnSpPr>
          <p:nvPr/>
        </p:nvCxnSpPr>
        <p:spPr>
          <a:xfrm flipH="1" flipV="1">
            <a:off x="6748463" y="3268266"/>
            <a:ext cx="13096" cy="251222"/>
          </a:xfrm>
          <a:prstGeom prst="straightConnector1">
            <a:avLst/>
          </a:prstGeom>
          <a:ln w="12700">
            <a:solidFill>
              <a:srgbClr val="00B05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直接箭头连接符 19">
            <a:extLst>
              <a:ext uri="{FF2B5EF4-FFF2-40B4-BE49-F238E27FC236}">
                <a16:creationId xmlns:a16="http://schemas.microsoft.com/office/drawing/2014/main" id="{9A3DD0CE-D49D-8E2A-FE52-B9910630C6DF}"/>
              </a:ext>
            </a:extLst>
          </p:cNvPr>
          <p:cNvCxnSpPr>
            <a:cxnSpLocks/>
          </p:cNvCxnSpPr>
          <p:nvPr/>
        </p:nvCxnSpPr>
        <p:spPr>
          <a:xfrm flipV="1">
            <a:off x="6388341" y="2881090"/>
            <a:ext cx="172767" cy="376460"/>
          </a:xfrm>
          <a:prstGeom prst="straightConnector1">
            <a:avLst/>
          </a:prstGeom>
          <a:ln w="127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直接箭头连接符 20">
            <a:extLst>
              <a:ext uri="{FF2B5EF4-FFF2-40B4-BE49-F238E27FC236}">
                <a16:creationId xmlns:a16="http://schemas.microsoft.com/office/drawing/2014/main" id="{EA64DFC3-63D7-2811-92C0-BC32659FC19C}"/>
              </a:ext>
            </a:extLst>
          </p:cNvPr>
          <p:cNvCxnSpPr>
            <a:cxnSpLocks/>
          </p:cNvCxnSpPr>
          <p:nvPr/>
        </p:nvCxnSpPr>
        <p:spPr>
          <a:xfrm flipV="1">
            <a:off x="6392479" y="3043238"/>
            <a:ext cx="300024" cy="214312"/>
          </a:xfrm>
          <a:prstGeom prst="straightConnector1">
            <a:avLst/>
          </a:prstGeom>
          <a:ln w="12700">
            <a:solidFill>
              <a:srgbClr val="5877F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直接箭头连接符 21">
            <a:extLst>
              <a:ext uri="{FF2B5EF4-FFF2-40B4-BE49-F238E27FC236}">
                <a16:creationId xmlns:a16="http://schemas.microsoft.com/office/drawing/2014/main" id="{196D2ADD-9DDC-2533-A172-2F4C94E2FAB3}"/>
              </a:ext>
            </a:extLst>
          </p:cNvPr>
          <p:cNvCxnSpPr>
            <a:cxnSpLocks/>
          </p:cNvCxnSpPr>
          <p:nvPr/>
        </p:nvCxnSpPr>
        <p:spPr>
          <a:xfrm flipH="1" flipV="1">
            <a:off x="6561108" y="2881090"/>
            <a:ext cx="131395" cy="172863"/>
          </a:xfrm>
          <a:prstGeom prst="straightConnector1">
            <a:avLst/>
          </a:prstGeom>
          <a:ln w="12700">
            <a:solidFill>
              <a:srgbClr val="00B05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直接箭头连接符 26">
            <a:extLst>
              <a:ext uri="{FF2B5EF4-FFF2-40B4-BE49-F238E27FC236}">
                <a16:creationId xmlns:a16="http://schemas.microsoft.com/office/drawing/2014/main" id="{8069DFB9-E19B-84EC-D64E-0E309C50519E}"/>
              </a:ext>
            </a:extLst>
          </p:cNvPr>
          <p:cNvCxnSpPr>
            <a:cxnSpLocks/>
          </p:cNvCxnSpPr>
          <p:nvPr/>
        </p:nvCxnSpPr>
        <p:spPr>
          <a:xfrm flipH="1" flipV="1">
            <a:off x="6096000" y="2861116"/>
            <a:ext cx="130969" cy="282134"/>
          </a:xfrm>
          <a:prstGeom prst="straightConnector1">
            <a:avLst/>
          </a:prstGeom>
          <a:ln w="127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直接箭头连接符 27">
            <a:extLst>
              <a:ext uri="{FF2B5EF4-FFF2-40B4-BE49-F238E27FC236}">
                <a16:creationId xmlns:a16="http://schemas.microsoft.com/office/drawing/2014/main" id="{594E6DC6-4DA5-6BD4-760E-30664CFECFCD}"/>
              </a:ext>
            </a:extLst>
          </p:cNvPr>
          <p:cNvCxnSpPr>
            <a:cxnSpLocks/>
          </p:cNvCxnSpPr>
          <p:nvPr/>
        </p:nvCxnSpPr>
        <p:spPr>
          <a:xfrm flipV="1">
            <a:off x="6226969" y="2861116"/>
            <a:ext cx="101635" cy="264275"/>
          </a:xfrm>
          <a:prstGeom prst="straightConnector1">
            <a:avLst/>
          </a:prstGeom>
          <a:ln w="12700">
            <a:solidFill>
              <a:srgbClr val="5877F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直接箭头连接符 28">
            <a:extLst>
              <a:ext uri="{FF2B5EF4-FFF2-40B4-BE49-F238E27FC236}">
                <a16:creationId xmlns:a16="http://schemas.microsoft.com/office/drawing/2014/main" id="{F313444C-1AEA-BF17-DAB1-97A4E1E0B9C4}"/>
              </a:ext>
            </a:extLst>
          </p:cNvPr>
          <p:cNvCxnSpPr>
            <a:cxnSpLocks/>
          </p:cNvCxnSpPr>
          <p:nvPr/>
        </p:nvCxnSpPr>
        <p:spPr>
          <a:xfrm flipH="1" flipV="1">
            <a:off x="6079331" y="2849166"/>
            <a:ext cx="249273" cy="11950"/>
          </a:xfrm>
          <a:prstGeom prst="straightConnector1">
            <a:avLst/>
          </a:prstGeom>
          <a:ln w="12700">
            <a:solidFill>
              <a:srgbClr val="00B05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直接箭头连接符 41">
            <a:extLst>
              <a:ext uri="{FF2B5EF4-FFF2-40B4-BE49-F238E27FC236}">
                <a16:creationId xmlns:a16="http://schemas.microsoft.com/office/drawing/2014/main" id="{E462C0E7-99FD-F841-9CC9-822E34A4255C}"/>
              </a:ext>
            </a:extLst>
          </p:cNvPr>
          <p:cNvCxnSpPr>
            <a:cxnSpLocks/>
          </p:cNvCxnSpPr>
          <p:nvPr/>
        </p:nvCxnSpPr>
        <p:spPr>
          <a:xfrm>
            <a:off x="3669912" y="5139310"/>
            <a:ext cx="415900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44" name="文本框 43">
                <a:extLst>
                  <a:ext uri="{FF2B5EF4-FFF2-40B4-BE49-F238E27FC236}">
                    <a16:creationId xmlns:a16="http://schemas.microsoft.com/office/drawing/2014/main" id="{56CCB725-38DE-79E2-46A7-A6B04672303F}"/>
                  </a:ext>
                </a:extLst>
              </p:cNvPr>
              <p:cNvSpPr txBox="1"/>
              <p:nvPr/>
            </p:nvSpPr>
            <p:spPr>
              <a:xfrm>
                <a:off x="3213449" y="5416307"/>
                <a:ext cx="1033103" cy="21544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zh-CN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∇</m:t>
                          </m:r>
                        </m:e>
                        <m:sub>
                          <m:r>
                            <a:rPr lang="en-US" altLang="zh-CN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  <m:func>
                        <m:funcPr>
                          <m:ctrlPr>
                            <a:rPr lang="en-US" altLang="zh-CN" sz="1400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altLang="zh-CN" sz="1400" b="0" i="0" smtClean="0">
                              <a:latin typeface="Cambria Math" panose="02040503050406030204" pitchFamily="18" charset="0"/>
                            </a:rPr>
                            <m:t>log</m:t>
                          </m:r>
                        </m:fName>
                        <m:e>
                          <m:r>
                            <a:rPr lang="en-US" altLang="zh-CN" sz="1400" i="1">
                              <a:latin typeface="Cambria Math" panose="02040503050406030204" pitchFamily="18" charset="0"/>
                            </a:rPr>
                            <m:t>𝑝</m:t>
                          </m:r>
                          <m:d>
                            <m:dPr>
                              <m:ctrlPr>
                                <a:rPr lang="en-US" altLang="zh-CN" sz="1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14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altLang="zh-CN" sz="1400" i="1">
                                  <a:latin typeface="Cambria Math" panose="02040503050406030204" pitchFamily="18" charset="0"/>
                                </a:rPr>
                                <m:t>|</m:t>
                              </m:r>
                              <m:r>
                                <a:rPr lang="en-US" altLang="zh-CN" sz="1400" i="1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</m:d>
                        </m:e>
                      </m:func>
                    </m:oMath>
                  </m:oMathPara>
                </a14:m>
                <a:endParaRPr lang="zh-CN" altLang="en-US" sz="1400" dirty="0"/>
              </a:p>
            </p:txBody>
          </p:sp>
        </mc:Choice>
        <mc:Fallback>
          <p:sp>
            <p:nvSpPr>
              <p:cNvPr id="44" name="文本框 43">
                <a:extLst>
                  <a:ext uri="{FF2B5EF4-FFF2-40B4-BE49-F238E27FC236}">
                    <a16:creationId xmlns:a16="http://schemas.microsoft.com/office/drawing/2014/main" id="{56CCB725-38DE-79E2-46A7-A6B04672303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13449" y="5416307"/>
                <a:ext cx="1033103" cy="215444"/>
              </a:xfrm>
              <a:prstGeom prst="rect">
                <a:avLst/>
              </a:prstGeom>
              <a:blipFill>
                <a:blip r:embed="rId4"/>
                <a:stretch>
                  <a:fillRect l="-2941" b="-3142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5" name="直接箭头连接符 44">
            <a:extLst>
              <a:ext uri="{FF2B5EF4-FFF2-40B4-BE49-F238E27FC236}">
                <a16:creationId xmlns:a16="http://schemas.microsoft.com/office/drawing/2014/main" id="{43FB56A8-DF86-3771-0CBA-1319A1B75E7F}"/>
              </a:ext>
            </a:extLst>
          </p:cNvPr>
          <p:cNvCxnSpPr>
            <a:cxnSpLocks/>
          </p:cNvCxnSpPr>
          <p:nvPr/>
        </p:nvCxnSpPr>
        <p:spPr>
          <a:xfrm>
            <a:off x="5322082" y="5139310"/>
            <a:ext cx="415900" cy="0"/>
          </a:xfrm>
          <a:prstGeom prst="straightConnector1">
            <a:avLst/>
          </a:prstGeom>
          <a:ln>
            <a:solidFill>
              <a:schemeClr val="tx2">
                <a:lumMod val="50000"/>
                <a:lumOff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46" name="文本框 45">
                <a:extLst>
                  <a:ext uri="{FF2B5EF4-FFF2-40B4-BE49-F238E27FC236}">
                    <a16:creationId xmlns:a16="http://schemas.microsoft.com/office/drawing/2014/main" id="{CAE01380-B049-64BD-EAF0-8B8DD20BECBB}"/>
                  </a:ext>
                </a:extLst>
              </p:cNvPr>
              <p:cNvSpPr txBox="1"/>
              <p:nvPr/>
            </p:nvSpPr>
            <p:spPr>
              <a:xfrm>
                <a:off x="5112140" y="5422414"/>
                <a:ext cx="887935" cy="21544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zh-CN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∇</m:t>
                          </m:r>
                        </m:e>
                        <m:sub>
                          <m:r>
                            <a:rPr lang="en-US" altLang="zh-CN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  <m:func>
                        <m:funcPr>
                          <m:ctrlPr>
                            <a:rPr lang="en-US" altLang="zh-CN" sz="1400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altLang="zh-CN" sz="1400" b="0" i="0" smtClean="0">
                              <a:latin typeface="Cambria Math" panose="02040503050406030204" pitchFamily="18" charset="0"/>
                            </a:rPr>
                            <m:t>log</m:t>
                          </m:r>
                        </m:fName>
                        <m:e>
                          <m:r>
                            <a:rPr lang="en-US" altLang="zh-CN" sz="1400" i="1">
                              <a:latin typeface="Cambria Math" panose="02040503050406030204" pitchFamily="18" charset="0"/>
                            </a:rPr>
                            <m:t>𝑝</m:t>
                          </m:r>
                          <m:d>
                            <m:dPr>
                              <m:ctrlPr>
                                <a:rPr lang="en-US" altLang="zh-CN" sz="1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14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</m:e>
                      </m:func>
                    </m:oMath>
                  </m:oMathPara>
                </a14:m>
                <a:endParaRPr lang="zh-CN" altLang="en-US" sz="1400" dirty="0"/>
              </a:p>
            </p:txBody>
          </p:sp>
        </mc:Choice>
        <mc:Fallback>
          <p:sp>
            <p:nvSpPr>
              <p:cNvPr id="46" name="文本框 45">
                <a:extLst>
                  <a:ext uri="{FF2B5EF4-FFF2-40B4-BE49-F238E27FC236}">
                    <a16:creationId xmlns:a16="http://schemas.microsoft.com/office/drawing/2014/main" id="{CAE01380-B049-64BD-EAF0-8B8DD20BECB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12140" y="5422414"/>
                <a:ext cx="887935" cy="215444"/>
              </a:xfrm>
              <a:prstGeom prst="rect">
                <a:avLst/>
              </a:prstGeom>
              <a:blipFill>
                <a:blip r:embed="rId5"/>
                <a:stretch>
                  <a:fillRect l="-3448" b="-3142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7" name="直接箭头连接符 46">
            <a:extLst>
              <a:ext uri="{FF2B5EF4-FFF2-40B4-BE49-F238E27FC236}">
                <a16:creationId xmlns:a16="http://schemas.microsoft.com/office/drawing/2014/main" id="{A23409E2-0C8A-C388-0A3C-FF2297163D34}"/>
              </a:ext>
            </a:extLst>
          </p:cNvPr>
          <p:cNvCxnSpPr>
            <a:cxnSpLocks/>
          </p:cNvCxnSpPr>
          <p:nvPr/>
        </p:nvCxnSpPr>
        <p:spPr>
          <a:xfrm>
            <a:off x="7505942" y="5172028"/>
            <a:ext cx="415900" cy="0"/>
          </a:xfrm>
          <a:prstGeom prst="straightConnector1">
            <a:avLst/>
          </a:prstGeom>
          <a:ln>
            <a:solidFill>
              <a:srgbClr val="00B05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48" name="文本框 47">
                <a:extLst>
                  <a:ext uri="{FF2B5EF4-FFF2-40B4-BE49-F238E27FC236}">
                    <a16:creationId xmlns:a16="http://schemas.microsoft.com/office/drawing/2014/main" id="{64F6A6C4-3016-088A-3618-6834EAA32FE7}"/>
                  </a:ext>
                </a:extLst>
              </p:cNvPr>
              <p:cNvSpPr txBox="1"/>
              <p:nvPr/>
            </p:nvSpPr>
            <p:spPr>
              <a:xfrm>
                <a:off x="6784230" y="5416307"/>
                <a:ext cx="2085764" cy="21544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zh-CN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∇</m:t>
                          </m:r>
                        </m:e>
                        <m:sub>
                          <m:r>
                            <a:rPr lang="en-US" altLang="zh-CN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  <m:func>
                        <m:funcPr>
                          <m:ctrlPr>
                            <a:rPr lang="en-US" altLang="zh-CN" sz="1400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altLang="zh-CN" sz="1400" b="0" i="0" smtClean="0">
                              <a:latin typeface="Cambria Math" panose="02040503050406030204" pitchFamily="18" charset="0"/>
                            </a:rPr>
                            <m:t>log</m:t>
                          </m:r>
                        </m:fName>
                        <m:e>
                          <m:r>
                            <a:rPr lang="en-US" altLang="zh-CN" sz="1400" i="1">
                              <a:latin typeface="Cambria Math" panose="02040503050406030204" pitchFamily="18" charset="0"/>
                            </a:rPr>
                            <m:t>𝑝</m:t>
                          </m:r>
                          <m:d>
                            <m:dPr>
                              <m:ctrlPr>
                                <a:rPr lang="en-US" altLang="zh-CN" sz="1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14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altLang="zh-CN" sz="1400" i="1">
                                  <a:latin typeface="Cambria Math" panose="02040503050406030204" pitchFamily="18" charset="0"/>
                                </a:rPr>
                                <m:t>|</m:t>
                              </m:r>
                              <m:r>
                                <a:rPr lang="en-US" altLang="zh-CN" sz="1400" i="1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</m:d>
                        </m:e>
                      </m:func>
                      <m:r>
                        <a:rPr lang="en-US" altLang="zh-CN" sz="1400" b="0" i="1" smtClean="0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altLang="zh-CN" sz="1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zh-CN" sz="1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∇</m:t>
                          </m:r>
                        </m:e>
                        <m:sub>
                          <m:r>
                            <a:rPr lang="en-US" altLang="zh-CN" sz="1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  <m:func>
                        <m:funcPr>
                          <m:ctrlPr>
                            <a:rPr lang="en-US" altLang="zh-CN" sz="1400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altLang="zh-CN" sz="1400">
                              <a:latin typeface="Cambria Math" panose="02040503050406030204" pitchFamily="18" charset="0"/>
                            </a:rPr>
                            <m:t>log</m:t>
                          </m:r>
                        </m:fName>
                        <m:e>
                          <m:r>
                            <a:rPr lang="en-US" altLang="zh-CN" sz="1400" i="1">
                              <a:latin typeface="Cambria Math" panose="02040503050406030204" pitchFamily="18" charset="0"/>
                            </a:rPr>
                            <m:t>𝑝</m:t>
                          </m:r>
                          <m:d>
                            <m:dPr>
                              <m:ctrlPr>
                                <a:rPr lang="en-US" altLang="zh-CN" sz="1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14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</m:e>
                      </m:func>
                    </m:oMath>
                  </m:oMathPara>
                </a14:m>
                <a:endParaRPr lang="zh-CN" altLang="en-US" sz="1400" dirty="0"/>
              </a:p>
            </p:txBody>
          </p:sp>
        </mc:Choice>
        <mc:Fallback>
          <p:sp>
            <p:nvSpPr>
              <p:cNvPr id="48" name="文本框 47">
                <a:extLst>
                  <a:ext uri="{FF2B5EF4-FFF2-40B4-BE49-F238E27FC236}">
                    <a16:creationId xmlns:a16="http://schemas.microsoft.com/office/drawing/2014/main" id="{64F6A6C4-3016-088A-3618-6834EAA32FE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84230" y="5416307"/>
                <a:ext cx="2085764" cy="215444"/>
              </a:xfrm>
              <a:prstGeom prst="rect">
                <a:avLst/>
              </a:prstGeom>
              <a:blipFill>
                <a:blip r:embed="rId6"/>
                <a:stretch>
                  <a:fillRect l="-1170" b="-3142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51765334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1662</TotalTime>
  <Words>37</Words>
  <Application>Microsoft Office PowerPoint</Application>
  <PresentationFormat>宽屏</PresentationFormat>
  <Paragraphs>19</Paragraphs>
  <Slides>6</Slides>
  <Notes>2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</vt:i4>
      </vt:variant>
    </vt:vector>
  </HeadingPairs>
  <TitlesOfParts>
    <vt:vector size="13" baseType="lpstr">
      <vt:lpstr>等线</vt:lpstr>
      <vt:lpstr>等线 Light</vt:lpstr>
      <vt:lpstr>微软雅黑</vt:lpstr>
      <vt:lpstr>Arial</vt:lpstr>
      <vt:lpstr>Cambria Math</vt:lpstr>
      <vt:lpstr>Times New Roman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安埠 黄</dc:creator>
  <cp:lastModifiedBy>安埠 黄</cp:lastModifiedBy>
  <cp:revision>11</cp:revision>
  <dcterms:created xsi:type="dcterms:W3CDTF">2025-08-29T09:57:54Z</dcterms:created>
  <dcterms:modified xsi:type="dcterms:W3CDTF">2025-11-08T00:42:53Z</dcterms:modified>
</cp:coreProperties>
</file>