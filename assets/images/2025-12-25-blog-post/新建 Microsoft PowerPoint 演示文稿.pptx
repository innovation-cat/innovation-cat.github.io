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4" r:id="rId2"/>
    <p:sldId id="263" r:id="rId3"/>
    <p:sldId id="26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57" y="-4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ECE79-FF7E-41FB-AF77-2642C537B7FF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88272-91DC-496A-A3A0-F5BB87114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7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04709-69C8-10B7-469B-A4CDE29E8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DE477C-0EC2-A552-4FC8-38AA8F0B0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EE729E-02C9-CDDA-0677-EFE39ACA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7603AE-0CAB-D8BB-A5DB-1ACC653B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437674-AAE9-96A6-0D16-B34854BC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356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7E226-7D0C-CA85-F92F-A4D65FA3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6FE5A5-DEAD-C2C6-23CC-613614DF4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A1370-3DF6-6656-E02B-C1739F4C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E619E-173B-3290-F023-25C8B191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BBE25-FC4D-E4DD-64FB-BE6CF01A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0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31B2F-39C8-AF2E-5099-BE1BEB10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A4C2C5-BF4B-C1C1-E7A8-F209317A5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F12379-8A8F-D884-8CB7-45426F20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3A8E20-954B-144D-A623-FADF4EAD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777DC-4AE4-998B-E32C-9B34604B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66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51850-E5CC-F068-4150-6620D3A6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F1959-9FD4-E6A9-6010-0D554C627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3BC9CF-50F1-CA9D-3869-6DB28172A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BAC9C0-D83B-3028-30F9-E636020D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705BC5-E0E1-6AAA-E8E6-CD7E7B64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60A2BC-D066-37FC-F12B-DF342B23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83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F932F-116E-D0B2-616E-72821E2A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A62200-51C2-955E-59B8-6983302A7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1B02D6-153C-26B0-9EBF-2CEEC262F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D656A3-867B-0B5F-811C-47A5D60EE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F98176-1952-9905-1AB3-93ADE28BD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BD1653-C510-6AD1-4B4D-11361F1F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3A5CF9-7BE9-B840-3184-2A9A87D5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379C26-701C-32EC-860C-5E3DB06F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3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0F920-2D63-8071-8FA1-DB749479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36A354-DD14-94A4-4D36-A2423584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B596FB-3F8B-F709-CA28-1B2CECD3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D503A8-602B-A253-0C29-15867170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18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C49347-AA75-099D-2A6B-46DA7DD9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3AA8D1-28C1-75E9-28EA-56741AAB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AA3489-353C-5C3E-F0A9-C59C4896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09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B9282-3346-F382-A39F-4CF93C7D2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7F96F-8BAD-51C3-1059-9D3FC44BB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866382-B272-3B15-D3EF-73DFEA995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23FFF8-5044-7A98-A1DE-77C1ABE4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97E118-5767-799C-6283-8D7FEFDA6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66AA33-D871-4067-13FB-E34085C5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0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43D73-E4D4-A7B7-A041-361CE72A9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62F2BF-DFEA-7CD7-DB81-EEEFBF2D3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03A363-C80F-F41C-230A-C5FB6511F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0E79F5-A8AF-CA21-D5D3-B6310822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1D775A-61C0-80F7-C8E9-55BB99239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46997C-AA10-0938-5A10-5F683433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2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CEE49-E8A4-14F2-00EB-8E8219F9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0774B5-C36A-35E0-BBAA-BDF6A5267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7083A-E2C0-DEE1-6C9A-68DA7E95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AF004-47FE-2EF1-3BB1-619E58AE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247B9-26AE-0D12-BC3E-225B9B0D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974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14ABE6-C679-4340-4E69-594FE2CD1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A6F288-D51B-AC66-06B1-9F450A284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EA2A98-0304-3734-14E6-08EA8E78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00B58-2471-4DD7-820A-F67EC34D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1C0D36-7D6F-F06D-CC3C-F4BD0E93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3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C00EE7-F6B0-6F0C-6077-B3324D2B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3FE110-0F97-271D-8BD7-EE66750AF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EB7F47-B49F-C137-3C30-63634ACAA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6BC83-4393-4DB0-BB63-7D0921B05D3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222913-4A3A-43C6-3396-A0974DD39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ADF1E-9DC3-D04D-1692-F91D49D0A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9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8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D403-6E48-2367-20E4-B5070B54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梯形 4">
            <a:extLst>
              <a:ext uri="{FF2B5EF4-FFF2-40B4-BE49-F238E27FC236}">
                <a16:creationId xmlns:a16="http://schemas.microsoft.com/office/drawing/2014/main" id="{8EA2B245-C780-1063-E589-CEF92A2E85DF}"/>
              </a:ext>
            </a:extLst>
          </p:cNvPr>
          <p:cNvSpPr/>
          <p:nvPr/>
        </p:nvSpPr>
        <p:spPr>
          <a:xfrm rot="5400000">
            <a:off x="1125763" y="2336799"/>
            <a:ext cx="1509487" cy="522515"/>
          </a:xfrm>
          <a:prstGeom prst="trapezoid">
            <a:avLst>
              <a:gd name="adj" fmla="val 5862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2C37ACC-A7E6-2C7B-8946-C8C18FBA9A69}"/>
                  </a:ext>
                </a:extLst>
              </p:cNvPr>
              <p:cNvSpPr txBox="1"/>
              <p:nvPr/>
            </p:nvSpPr>
            <p:spPr>
              <a:xfrm>
                <a:off x="1675384" y="2459556"/>
                <a:ext cx="4247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Enc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2C37ACC-A7E6-2C7B-8946-C8C18FBA9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384" y="2459556"/>
                <a:ext cx="424796" cy="276999"/>
              </a:xfrm>
              <a:prstGeom prst="rect">
                <a:avLst/>
              </a:prstGeom>
              <a:blipFill>
                <a:blip r:embed="rId2"/>
                <a:stretch>
                  <a:fillRect l="-12857" r="-11429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梯形 14">
            <a:extLst>
              <a:ext uri="{FF2B5EF4-FFF2-40B4-BE49-F238E27FC236}">
                <a16:creationId xmlns:a16="http://schemas.microsoft.com/office/drawing/2014/main" id="{7EF3B366-FF6B-78A9-10E0-9649E1BEEEE2}"/>
              </a:ext>
            </a:extLst>
          </p:cNvPr>
          <p:cNvSpPr/>
          <p:nvPr/>
        </p:nvSpPr>
        <p:spPr>
          <a:xfrm rot="5400000" flipV="1">
            <a:off x="9395733" y="2302785"/>
            <a:ext cx="1509487" cy="577847"/>
          </a:xfrm>
          <a:prstGeom prst="trapezoid">
            <a:avLst>
              <a:gd name="adj" fmla="val 5862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6E7703A-9A3F-7D79-C10B-1A3A58C1DC9C}"/>
              </a:ext>
            </a:extLst>
          </p:cNvPr>
          <p:cNvCxnSpPr>
            <a:cxnSpLocks/>
            <a:stCxn id="91" idx="3"/>
            <a:endCxn id="5" idx="2"/>
          </p:cNvCxnSpPr>
          <p:nvPr/>
        </p:nvCxnSpPr>
        <p:spPr>
          <a:xfrm flipV="1">
            <a:off x="1209851" y="2598057"/>
            <a:ext cx="409398" cy="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255810D-6DDD-0007-D3B1-691E0D54A7BC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>
            <a:off x="2141764" y="2598057"/>
            <a:ext cx="466503" cy="14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1871A76-4E5B-4C87-69E4-DCE5B72D31D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614656" y="2577099"/>
            <a:ext cx="1246897" cy="14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B378134-79AF-B1AE-D63F-CFE1543BD8B2}"/>
              </a:ext>
            </a:extLst>
          </p:cNvPr>
          <p:cNvCxnSpPr>
            <a:cxnSpLocks/>
            <a:stCxn id="15" idx="2"/>
          </p:cNvCxnSpPr>
          <p:nvPr/>
        </p:nvCxnSpPr>
        <p:spPr>
          <a:xfrm flipV="1">
            <a:off x="10439400" y="2583449"/>
            <a:ext cx="562303" cy="8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0744ACC-76F4-FEC8-EB2F-67D353AF868F}"/>
                  </a:ext>
                </a:extLst>
              </p:cNvPr>
              <p:cNvSpPr txBox="1"/>
              <p:nvPr/>
            </p:nvSpPr>
            <p:spPr>
              <a:xfrm>
                <a:off x="9970333" y="2497478"/>
                <a:ext cx="428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Dec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0744ACC-76F4-FEC8-EB2F-67D353AF8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333" y="2497478"/>
                <a:ext cx="428002" cy="276999"/>
              </a:xfrm>
              <a:prstGeom prst="rect">
                <a:avLst/>
              </a:prstGeom>
              <a:blipFill>
                <a:blip r:embed="rId3"/>
                <a:stretch>
                  <a:fillRect l="-12857" r="-1285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BEA30B7-EEC1-F130-F558-990F5483CD21}"/>
                  </a:ext>
                </a:extLst>
              </p:cNvPr>
              <p:cNvSpPr txBox="1"/>
              <p:nvPr/>
            </p:nvSpPr>
            <p:spPr>
              <a:xfrm>
                <a:off x="47434" y="4073608"/>
                <a:ext cx="1342291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∗3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BEA30B7-EEC1-F130-F558-990F5483C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4" y="4073608"/>
                <a:ext cx="1342291" cy="313291"/>
              </a:xfrm>
              <a:prstGeom prst="rect">
                <a:avLst/>
              </a:prstGeom>
              <a:blipFill>
                <a:blip r:embed="rId4"/>
                <a:stretch>
                  <a:fillRect l="-1818" r="-455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75DB85E-4B4E-E080-843F-EA9806FAE882}"/>
                  </a:ext>
                </a:extLst>
              </p:cNvPr>
              <p:cNvSpPr txBox="1"/>
              <p:nvPr/>
            </p:nvSpPr>
            <p:spPr>
              <a:xfrm>
                <a:off x="2366861" y="4051451"/>
                <a:ext cx="1382622" cy="321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75DB85E-4B4E-E080-843F-EA9806FAE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861" y="4051451"/>
                <a:ext cx="1382622" cy="321563"/>
              </a:xfrm>
              <a:prstGeom prst="rect">
                <a:avLst/>
              </a:prstGeom>
              <a:blipFill>
                <a:blip r:embed="rId5"/>
                <a:stretch>
                  <a:fillRect l="-1322" t="-1923" r="-881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立方体 2">
            <a:extLst>
              <a:ext uri="{FF2B5EF4-FFF2-40B4-BE49-F238E27FC236}">
                <a16:creationId xmlns:a16="http://schemas.microsoft.com/office/drawing/2014/main" id="{C55C3DC3-1A6B-79B7-B415-A0D8CE1EA027}"/>
              </a:ext>
            </a:extLst>
          </p:cNvPr>
          <p:cNvSpPr/>
          <p:nvPr/>
        </p:nvSpPr>
        <p:spPr>
          <a:xfrm>
            <a:off x="2608267" y="2127034"/>
            <a:ext cx="776416" cy="776477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37DD714-CD74-6E8A-CB7D-20A147A08FD4}"/>
                  </a:ext>
                </a:extLst>
              </p:cNvPr>
              <p:cNvSpPr txBox="1"/>
              <p:nvPr/>
            </p:nvSpPr>
            <p:spPr>
              <a:xfrm>
                <a:off x="2967918" y="2451302"/>
                <a:ext cx="2175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37DD714-CD74-6E8A-CB7D-20A147A08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918" y="2451302"/>
                <a:ext cx="217559" cy="307777"/>
              </a:xfrm>
              <a:prstGeom prst="rect">
                <a:avLst/>
              </a:prstGeom>
              <a:blipFill>
                <a:blip r:embed="rId6"/>
                <a:stretch>
                  <a:fillRect l="-25000" r="-22222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341E8F8-CFB4-C655-AEEF-0D99BEC8000D}"/>
                  </a:ext>
                </a:extLst>
              </p:cNvPr>
              <p:cNvSpPr txBox="1"/>
              <p:nvPr/>
            </p:nvSpPr>
            <p:spPr>
              <a:xfrm>
                <a:off x="2738829" y="2864043"/>
                <a:ext cx="2671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341E8F8-CFB4-C655-AEEF-0D99BEC8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829" y="2864043"/>
                <a:ext cx="267189" cy="307777"/>
              </a:xfrm>
              <a:prstGeom prst="rect">
                <a:avLst/>
              </a:prstGeom>
              <a:blipFill>
                <a:blip r:embed="rId7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55768D0-B623-63CE-C3B0-088212F5944B}"/>
                  </a:ext>
                </a:extLst>
              </p:cNvPr>
              <p:cNvSpPr txBox="1"/>
              <p:nvPr/>
            </p:nvSpPr>
            <p:spPr>
              <a:xfrm>
                <a:off x="2482079" y="2016650"/>
                <a:ext cx="2277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55768D0-B623-63CE-C3B0-088212F59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079" y="2016650"/>
                <a:ext cx="227755" cy="307777"/>
              </a:xfrm>
              <a:prstGeom prst="rect">
                <a:avLst/>
              </a:prstGeom>
              <a:blipFill>
                <a:blip r:embed="rId8"/>
                <a:stretch>
                  <a:fillRect l="-23684" r="-18421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立方体 42">
            <a:extLst>
              <a:ext uri="{FF2B5EF4-FFF2-40B4-BE49-F238E27FC236}">
                <a16:creationId xmlns:a16="http://schemas.microsoft.com/office/drawing/2014/main" id="{0FE2483A-E70A-F31C-ACF3-1D04DCE15E78}"/>
              </a:ext>
            </a:extLst>
          </p:cNvPr>
          <p:cNvSpPr/>
          <p:nvPr/>
        </p:nvSpPr>
        <p:spPr>
          <a:xfrm>
            <a:off x="8422440" y="2109240"/>
            <a:ext cx="776416" cy="776477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C4AD96A-CAA7-BC2C-D946-942DC938FD9D}"/>
                  </a:ext>
                </a:extLst>
              </p:cNvPr>
              <p:cNvSpPr txBox="1"/>
              <p:nvPr/>
            </p:nvSpPr>
            <p:spPr>
              <a:xfrm>
                <a:off x="8774983" y="2451468"/>
                <a:ext cx="2175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C4AD96A-CAA7-BC2C-D946-942DC938F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3" y="2451468"/>
                <a:ext cx="217559" cy="307777"/>
              </a:xfrm>
              <a:prstGeom prst="rect">
                <a:avLst/>
              </a:prstGeom>
              <a:blipFill>
                <a:blip r:embed="rId9"/>
                <a:stretch>
                  <a:fillRect l="-25000" r="-22222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BC52E41-58E0-15E7-2FEF-9DDB4DD83E7B}"/>
                  </a:ext>
                </a:extLst>
              </p:cNvPr>
              <p:cNvSpPr txBox="1"/>
              <p:nvPr/>
            </p:nvSpPr>
            <p:spPr>
              <a:xfrm>
                <a:off x="8616573" y="2881508"/>
                <a:ext cx="2671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BC52E41-58E0-15E7-2FEF-9DDB4DD83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573" y="2881508"/>
                <a:ext cx="267189" cy="307777"/>
              </a:xfrm>
              <a:prstGeom prst="rect">
                <a:avLst/>
              </a:prstGeom>
              <a:blipFill>
                <a:blip r:embed="rId10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FF37735C-322F-8391-FD18-DBE20B43DF93}"/>
                  </a:ext>
                </a:extLst>
              </p:cNvPr>
              <p:cNvSpPr txBox="1"/>
              <p:nvPr/>
            </p:nvSpPr>
            <p:spPr>
              <a:xfrm>
                <a:off x="8308561" y="1973958"/>
                <a:ext cx="2277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FF37735C-322F-8391-FD18-DBE20B43D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561" y="1973958"/>
                <a:ext cx="227755" cy="307777"/>
              </a:xfrm>
              <a:prstGeom prst="rect">
                <a:avLst/>
              </a:prstGeom>
              <a:blipFill>
                <a:blip r:embed="rId11"/>
                <a:stretch>
                  <a:fillRect l="-24324" r="-21622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9C8EB86-4FA6-8A97-A805-03CD83AD98B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372531" y="1479620"/>
            <a:ext cx="1988316" cy="1159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96305D2-6BFC-FB6E-E181-85D44B202EA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372531" y="2621491"/>
            <a:ext cx="1988316" cy="928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6657240-3C27-6362-35A9-3F5182C67652}"/>
                  </a:ext>
                </a:extLst>
              </p:cNvPr>
              <p:cNvSpPr txBox="1"/>
              <p:nvPr/>
            </p:nvSpPr>
            <p:spPr>
              <a:xfrm>
                <a:off x="8076266" y="4034558"/>
                <a:ext cx="1279581" cy="321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6657240-3C27-6362-35A9-3F5182C67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266" y="4034558"/>
                <a:ext cx="1279581" cy="321563"/>
              </a:xfrm>
              <a:prstGeom prst="rect">
                <a:avLst/>
              </a:prstGeom>
              <a:blipFill>
                <a:blip r:embed="rId12"/>
                <a:stretch>
                  <a:fillRect l="-1905" t="-1887" r="-952"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图片 90" descr="小狗&#10;&#10;AI 生成的内容可能不正确。">
            <a:extLst>
              <a:ext uri="{FF2B5EF4-FFF2-40B4-BE49-F238E27FC236}">
                <a16:creationId xmlns:a16="http://schemas.microsoft.com/office/drawing/2014/main" id="{C10DA3A4-61F3-6926-3D69-5D88E3533A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1" y="2058440"/>
            <a:ext cx="1080000" cy="1080000"/>
          </a:xfrm>
          <a:prstGeom prst="rect">
            <a:avLst/>
          </a:prstGeom>
        </p:spPr>
      </p:pic>
      <p:pic>
        <p:nvPicPr>
          <p:cNvPr id="23" name="图片 22" descr="小狗&#10;&#10;AI 生成的内容可能不正确。">
            <a:extLst>
              <a:ext uri="{FF2B5EF4-FFF2-40B4-BE49-F238E27FC236}">
                <a16:creationId xmlns:a16="http://schemas.microsoft.com/office/drawing/2014/main" id="{90A83E86-D4AD-A11F-B738-A553A068BB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394" y="2058440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BDD90EB-7707-23B5-DBEF-5D9A01A98330}"/>
                  </a:ext>
                </a:extLst>
              </p:cNvPr>
              <p:cNvSpPr txBox="1"/>
              <p:nvPr/>
            </p:nvSpPr>
            <p:spPr>
              <a:xfrm>
                <a:off x="10750919" y="4079157"/>
                <a:ext cx="1517650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∗3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BDD90EB-7707-23B5-DBEF-5D9A01A98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919" y="4079157"/>
                <a:ext cx="1517650" cy="374270"/>
              </a:xfrm>
              <a:prstGeom prst="rect">
                <a:avLst/>
              </a:prstGeom>
              <a:blipFill>
                <a:blip r:embed="rId14"/>
                <a:stretch>
                  <a:fillRect t="-4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B7BABA-EF8B-9594-939D-179DAD46C45D}"/>
              </a:ext>
            </a:extLst>
          </p:cNvPr>
          <p:cNvSpPr/>
          <p:nvPr/>
        </p:nvSpPr>
        <p:spPr>
          <a:xfrm>
            <a:off x="5360847" y="1231970"/>
            <a:ext cx="971550" cy="4953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CFC5D21-DE9F-781E-7644-7750D4E173E5}"/>
              </a:ext>
            </a:extLst>
          </p:cNvPr>
          <p:cNvSpPr/>
          <p:nvPr/>
        </p:nvSpPr>
        <p:spPr>
          <a:xfrm>
            <a:off x="5360847" y="3302509"/>
            <a:ext cx="971550" cy="4953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9C55DBC-61F9-BF6B-863E-6532899BBC1D}"/>
                  </a:ext>
                </a:extLst>
              </p:cNvPr>
              <p:cNvSpPr txBox="1"/>
              <p:nvPr/>
            </p:nvSpPr>
            <p:spPr>
              <a:xfrm>
                <a:off x="5762647" y="1325731"/>
                <a:ext cx="2184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9C55DBC-61F9-BF6B-863E-6532899BB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647" y="1325731"/>
                <a:ext cx="218458" cy="307777"/>
              </a:xfrm>
              <a:prstGeom prst="rect">
                <a:avLst/>
              </a:prstGeom>
              <a:blipFill>
                <a:blip r:embed="rId15"/>
                <a:stretch>
                  <a:fillRect l="-22222" r="-22222" b="-2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5BA3026-FBAA-3130-E127-88E312902D19}"/>
                  </a:ext>
                </a:extLst>
              </p:cNvPr>
              <p:cNvSpPr txBox="1"/>
              <p:nvPr/>
            </p:nvSpPr>
            <p:spPr>
              <a:xfrm>
                <a:off x="5762647" y="3396270"/>
                <a:ext cx="2274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5BA3026-FBAA-3130-E127-88E312902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647" y="3396270"/>
                <a:ext cx="227498" cy="307777"/>
              </a:xfrm>
              <a:prstGeom prst="rect">
                <a:avLst/>
              </a:prstGeom>
              <a:blipFill>
                <a:blip r:embed="rId16"/>
                <a:stretch>
                  <a:fillRect l="-10526" r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AAD3565-D934-F505-E591-695B2E4968BD}"/>
              </a:ext>
            </a:extLst>
          </p:cNvPr>
          <p:cNvCxnSpPr>
            <a:cxnSpLocks/>
            <a:stCxn id="4" idx="3"/>
            <a:endCxn id="43" idx="2"/>
          </p:cNvCxnSpPr>
          <p:nvPr/>
        </p:nvCxnSpPr>
        <p:spPr>
          <a:xfrm>
            <a:off x="6332397" y="1479620"/>
            <a:ext cx="2090043" cy="1114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F3BFC93-F0D7-9147-635F-6122B1C5DB1A}"/>
              </a:ext>
            </a:extLst>
          </p:cNvPr>
          <p:cNvCxnSpPr>
            <a:cxnSpLocks/>
            <a:stCxn id="7" idx="3"/>
            <a:endCxn id="43" idx="2"/>
          </p:cNvCxnSpPr>
          <p:nvPr/>
        </p:nvCxnSpPr>
        <p:spPr>
          <a:xfrm flipV="1">
            <a:off x="6332397" y="2594531"/>
            <a:ext cx="2090043" cy="955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4ECEB8D-E61C-D1D0-63DF-E29343F98549}"/>
                  </a:ext>
                </a:extLst>
              </p:cNvPr>
              <p:cNvSpPr txBox="1"/>
              <p:nvPr/>
            </p:nvSpPr>
            <p:spPr>
              <a:xfrm>
                <a:off x="5214173" y="2701510"/>
                <a:ext cx="12648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4ECEB8D-E61C-D1D0-63DF-E29343F98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173" y="2701510"/>
                <a:ext cx="1264897" cy="307777"/>
              </a:xfrm>
              <a:prstGeom prst="rect">
                <a:avLst/>
              </a:prstGeom>
              <a:blipFill>
                <a:blip r:embed="rId17"/>
                <a:stretch>
                  <a:fillRect l="-1442" r="-1442" b="-2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本框 41">
            <a:extLst>
              <a:ext uri="{FF2B5EF4-FFF2-40B4-BE49-F238E27FC236}">
                <a16:creationId xmlns:a16="http://schemas.microsoft.com/office/drawing/2014/main" id="{9E0AF869-382D-8852-077E-CD4A553A9D25}"/>
              </a:ext>
            </a:extLst>
          </p:cNvPr>
          <p:cNvSpPr txBox="1"/>
          <p:nvPr/>
        </p:nvSpPr>
        <p:spPr>
          <a:xfrm>
            <a:off x="4842147" y="2158397"/>
            <a:ext cx="2090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Re-parameterization</a:t>
            </a:r>
          </a:p>
        </p:txBody>
      </p:sp>
    </p:spTree>
    <p:extLst>
      <p:ext uri="{BB962C8B-B14F-4D97-AF65-F5344CB8AC3E}">
        <p14:creationId xmlns:p14="http://schemas.microsoft.com/office/powerpoint/2010/main" val="1409001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D9166-73FC-A377-75A1-8DBD79CD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梯形 4">
            <a:extLst>
              <a:ext uri="{FF2B5EF4-FFF2-40B4-BE49-F238E27FC236}">
                <a16:creationId xmlns:a16="http://schemas.microsoft.com/office/drawing/2014/main" id="{9D2F625F-D52F-3BE0-46B6-ADBA86CAF3C7}"/>
              </a:ext>
            </a:extLst>
          </p:cNvPr>
          <p:cNvSpPr/>
          <p:nvPr/>
        </p:nvSpPr>
        <p:spPr>
          <a:xfrm rot="5400000">
            <a:off x="1125763" y="2336799"/>
            <a:ext cx="1509487" cy="522515"/>
          </a:xfrm>
          <a:prstGeom prst="trapezoid">
            <a:avLst>
              <a:gd name="adj" fmla="val 5862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3065BD4-D8D0-6D3D-5CE0-E7BEE60DC1EA}"/>
                  </a:ext>
                </a:extLst>
              </p:cNvPr>
              <p:cNvSpPr txBox="1"/>
              <p:nvPr/>
            </p:nvSpPr>
            <p:spPr>
              <a:xfrm>
                <a:off x="1675384" y="2459556"/>
                <a:ext cx="4247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Enc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3065BD4-D8D0-6D3D-5CE0-E7BEE60DC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384" y="2459556"/>
                <a:ext cx="424796" cy="276999"/>
              </a:xfrm>
              <a:prstGeom prst="rect">
                <a:avLst/>
              </a:prstGeom>
              <a:blipFill>
                <a:blip r:embed="rId2"/>
                <a:stretch>
                  <a:fillRect l="-12857" r="-11429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梯形 14">
            <a:extLst>
              <a:ext uri="{FF2B5EF4-FFF2-40B4-BE49-F238E27FC236}">
                <a16:creationId xmlns:a16="http://schemas.microsoft.com/office/drawing/2014/main" id="{B60BF80F-E247-D3C9-0CBE-8C1D73283789}"/>
              </a:ext>
            </a:extLst>
          </p:cNvPr>
          <p:cNvSpPr/>
          <p:nvPr/>
        </p:nvSpPr>
        <p:spPr>
          <a:xfrm rot="5400000" flipV="1">
            <a:off x="9395733" y="2302785"/>
            <a:ext cx="1509487" cy="577847"/>
          </a:xfrm>
          <a:prstGeom prst="trapezoid">
            <a:avLst>
              <a:gd name="adj" fmla="val 5862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318F49C-D3A2-2E34-B0F7-29E7EE4C2C46}"/>
              </a:ext>
            </a:extLst>
          </p:cNvPr>
          <p:cNvCxnSpPr>
            <a:cxnSpLocks/>
            <a:stCxn id="91" idx="3"/>
            <a:endCxn id="5" idx="2"/>
          </p:cNvCxnSpPr>
          <p:nvPr/>
        </p:nvCxnSpPr>
        <p:spPr>
          <a:xfrm flipV="1">
            <a:off x="1209851" y="2598057"/>
            <a:ext cx="409398" cy="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2342994-EA5A-CFC5-A479-8E2018F67984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>
            <a:off x="2141764" y="2598057"/>
            <a:ext cx="466503" cy="14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9BCEAEA-C188-BC06-5B8A-A674DE16CB53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614656" y="2577099"/>
            <a:ext cx="1246897" cy="14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9E2B394-B9AE-1F05-E42A-68646BB11995}"/>
              </a:ext>
            </a:extLst>
          </p:cNvPr>
          <p:cNvCxnSpPr>
            <a:cxnSpLocks/>
            <a:stCxn id="15" idx="2"/>
          </p:cNvCxnSpPr>
          <p:nvPr/>
        </p:nvCxnSpPr>
        <p:spPr>
          <a:xfrm flipV="1">
            <a:off x="10439400" y="2583449"/>
            <a:ext cx="562303" cy="8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9796B31-238E-ACC3-BCC8-E3ED8FF03C4F}"/>
                  </a:ext>
                </a:extLst>
              </p:cNvPr>
              <p:cNvSpPr txBox="1"/>
              <p:nvPr/>
            </p:nvSpPr>
            <p:spPr>
              <a:xfrm>
                <a:off x="9970333" y="2497478"/>
                <a:ext cx="428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Dec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9796B31-238E-ACC3-BCC8-E3ED8FF03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333" y="2497478"/>
                <a:ext cx="428002" cy="276999"/>
              </a:xfrm>
              <a:prstGeom prst="rect">
                <a:avLst/>
              </a:prstGeom>
              <a:blipFill>
                <a:blip r:embed="rId3"/>
                <a:stretch>
                  <a:fillRect l="-12857" r="-1285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F12BF77-15F1-4C99-697B-CD9B2753938B}"/>
                  </a:ext>
                </a:extLst>
              </p:cNvPr>
              <p:cNvSpPr txBox="1"/>
              <p:nvPr/>
            </p:nvSpPr>
            <p:spPr>
              <a:xfrm>
                <a:off x="47434" y="4073608"/>
                <a:ext cx="1342291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∗3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F12BF77-15F1-4C99-697B-CD9B27539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4" y="4073608"/>
                <a:ext cx="1342291" cy="313291"/>
              </a:xfrm>
              <a:prstGeom prst="rect">
                <a:avLst/>
              </a:prstGeom>
              <a:blipFill>
                <a:blip r:embed="rId4"/>
                <a:stretch>
                  <a:fillRect l="-1818" r="-455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229581B-4B5C-D653-C240-04B0290BC6F6}"/>
                  </a:ext>
                </a:extLst>
              </p:cNvPr>
              <p:cNvSpPr txBox="1"/>
              <p:nvPr/>
            </p:nvSpPr>
            <p:spPr>
              <a:xfrm>
                <a:off x="2366861" y="4051451"/>
                <a:ext cx="1386213" cy="321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229581B-4B5C-D653-C240-04B0290BC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861" y="4051451"/>
                <a:ext cx="1386213" cy="321563"/>
              </a:xfrm>
              <a:prstGeom prst="rect">
                <a:avLst/>
              </a:prstGeom>
              <a:blipFill>
                <a:blip r:embed="rId5"/>
                <a:stretch>
                  <a:fillRect l="-1316" t="-1923" r="-877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立方体 2">
            <a:extLst>
              <a:ext uri="{FF2B5EF4-FFF2-40B4-BE49-F238E27FC236}">
                <a16:creationId xmlns:a16="http://schemas.microsoft.com/office/drawing/2014/main" id="{EC690656-262A-FACA-21B2-8C0F1E75A98F}"/>
              </a:ext>
            </a:extLst>
          </p:cNvPr>
          <p:cNvSpPr/>
          <p:nvPr/>
        </p:nvSpPr>
        <p:spPr>
          <a:xfrm>
            <a:off x="2608267" y="2127034"/>
            <a:ext cx="776416" cy="776477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6CEEAB-12E9-4264-72EE-DEC4E85566F8}"/>
                  </a:ext>
                </a:extLst>
              </p:cNvPr>
              <p:cNvSpPr txBox="1"/>
              <p:nvPr/>
            </p:nvSpPr>
            <p:spPr>
              <a:xfrm>
                <a:off x="2967918" y="2451302"/>
                <a:ext cx="2175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6CEEAB-12E9-4264-72EE-DEC4E8556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918" y="2451302"/>
                <a:ext cx="217559" cy="307777"/>
              </a:xfrm>
              <a:prstGeom prst="rect">
                <a:avLst/>
              </a:prstGeom>
              <a:blipFill>
                <a:blip r:embed="rId6"/>
                <a:stretch>
                  <a:fillRect l="-25000" r="-22222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FE60784-42F6-9CFC-B4EB-0B7525F7F117}"/>
                  </a:ext>
                </a:extLst>
              </p:cNvPr>
              <p:cNvSpPr txBox="1"/>
              <p:nvPr/>
            </p:nvSpPr>
            <p:spPr>
              <a:xfrm>
                <a:off x="2738829" y="2864043"/>
                <a:ext cx="2671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FE60784-42F6-9CFC-B4EB-0B7525F7F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829" y="2864043"/>
                <a:ext cx="267189" cy="307777"/>
              </a:xfrm>
              <a:prstGeom prst="rect">
                <a:avLst/>
              </a:prstGeom>
              <a:blipFill>
                <a:blip r:embed="rId7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964867F-B0CD-C8E0-6E0F-806EDE9A429F}"/>
                  </a:ext>
                </a:extLst>
              </p:cNvPr>
              <p:cNvSpPr txBox="1"/>
              <p:nvPr/>
            </p:nvSpPr>
            <p:spPr>
              <a:xfrm>
                <a:off x="2482079" y="2016650"/>
                <a:ext cx="2277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964867F-B0CD-C8E0-6E0F-806EDE9A4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079" y="2016650"/>
                <a:ext cx="227755" cy="307777"/>
              </a:xfrm>
              <a:prstGeom prst="rect">
                <a:avLst/>
              </a:prstGeom>
              <a:blipFill>
                <a:blip r:embed="rId8"/>
                <a:stretch>
                  <a:fillRect l="-23684" r="-18421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 descr="图表&#10;&#10;AI 生成的内容可能不正确。">
            <a:extLst>
              <a:ext uri="{FF2B5EF4-FFF2-40B4-BE49-F238E27FC236}">
                <a16:creationId xmlns:a16="http://schemas.microsoft.com/office/drawing/2014/main" id="{DE230165-98AF-AE48-F100-688F497758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5477" y="503292"/>
            <a:ext cx="2164924" cy="1161529"/>
          </a:xfrm>
          <a:prstGeom prst="rect">
            <a:avLst/>
          </a:prstGeom>
        </p:spPr>
      </p:pic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E4542A91-09D9-C7D9-C253-4C518AC57BD4}"/>
              </a:ext>
            </a:extLst>
          </p:cNvPr>
          <p:cNvCxnSpPr>
            <a:cxnSpLocks/>
            <a:stCxn id="3" idx="0"/>
            <a:endCxn id="19" idx="1"/>
          </p:cNvCxnSpPr>
          <p:nvPr/>
        </p:nvCxnSpPr>
        <p:spPr>
          <a:xfrm rot="5400000" flipH="1" flipV="1">
            <a:off x="3448014" y="729571"/>
            <a:ext cx="1042977" cy="175195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立方体 42">
            <a:extLst>
              <a:ext uri="{FF2B5EF4-FFF2-40B4-BE49-F238E27FC236}">
                <a16:creationId xmlns:a16="http://schemas.microsoft.com/office/drawing/2014/main" id="{32490090-86BA-DFFC-C990-511A69877207}"/>
              </a:ext>
            </a:extLst>
          </p:cNvPr>
          <p:cNvSpPr/>
          <p:nvPr/>
        </p:nvSpPr>
        <p:spPr>
          <a:xfrm>
            <a:off x="8422440" y="2109240"/>
            <a:ext cx="776416" cy="776477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CB267E7-4050-B366-1CDA-5618F41D8EC9}"/>
                  </a:ext>
                </a:extLst>
              </p:cNvPr>
              <p:cNvSpPr txBox="1"/>
              <p:nvPr/>
            </p:nvSpPr>
            <p:spPr>
              <a:xfrm>
                <a:off x="8774983" y="2451468"/>
                <a:ext cx="2175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CB267E7-4050-B366-1CDA-5618F41D8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3" y="2451468"/>
                <a:ext cx="217559" cy="307777"/>
              </a:xfrm>
              <a:prstGeom prst="rect">
                <a:avLst/>
              </a:prstGeom>
              <a:blipFill>
                <a:blip r:embed="rId10"/>
                <a:stretch>
                  <a:fillRect l="-25000" r="-22222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BC49B7C-CB6B-B15B-F1F6-E24AB1C33E38}"/>
                  </a:ext>
                </a:extLst>
              </p:cNvPr>
              <p:cNvSpPr txBox="1"/>
              <p:nvPr/>
            </p:nvSpPr>
            <p:spPr>
              <a:xfrm>
                <a:off x="8616573" y="2881508"/>
                <a:ext cx="2671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BC49B7C-CB6B-B15B-F1F6-E24AB1C33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573" y="2881508"/>
                <a:ext cx="267189" cy="307777"/>
              </a:xfrm>
              <a:prstGeom prst="rect">
                <a:avLst/>
              </a:prstGeom>
              <a:blipFill>
                <a:blip r:embed="rId11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C94CF4A-919D-CBCF-D129-DF9D1FBC1CAE}"/>
                  </a:ext>
                </a:extLst>
              </p:cNvPr>
              <p:cNvSpPr txBox="1"/>
              <p:nvPr/>
            </p:nvSpPr>
            <p:spPr>
              <a:xfrm>
                <a:off x="8308561" y="1973958"/>
                <a:ext cx="2277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C94CF4A-919D-CBCF-D129-DF9D1FBC1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561" y="1973958"/>
                <a:ext cx="227755" cy="307777"/>
              </a:xfrm>
              <a:prstGeom prst="rect">
                <a:avLst/>
              </a:prstGeom>
              <a:blipFill>
                <a:blip r:embed="rId12"/>
                <a:stretch>
                  <a:fillRect l="-24324" r="-21622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>
            <a:extLst>
              <a:ext uri="{FF2B5EF4-FFF2-40B4-BE49-F238E27FC236}">
                <a16:creationId xmlns:a16="http://schemas.microsoft.com/office/drawing/2014/main" id="{B954C1E0-2B76-4C11-DEC6-2FA3B3DC187C}"/>
              </a:ext>
            </a:extLst>
          </p:cNvPr>
          <p:cNvSpPr/>
          <p:nvPr/>
        </p:nvSpPr>
        <p:spPr>
          <a:xfrm>
            <a:off x="5563077" y="2238945"/>
            <a:ext cx="636446" cy="6679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3B1649F-8401-2906-4C5E-9B5AEE8A8F60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3333883" y="2572921"/>
            <a:ext cx="2229194" cy="16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77C52798-06B8-CC78-D7DC-97502DFBE0E7}"/>
              </a:ext>
            </a:extLst>
          </p:cNvPr>
          <p:cNvSpPr/>
          <p:nvPr/>
        </p:nvSpPr>
        <p:spPr>
          <a:xfrm>
            <a:off x="3825326" y="2544671"/>
            <a:ext cx="90000" cy="90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F279D94-528E-5176-BAFD-A90F3DFE15AD}"/>
              </a:ext>
            </a:extLst>
          </p:cNvPr>
          <p:cNvCxnSpPr>
            <a:cxnSpLocks/>
            <a:stCxn id="50" idx="3"/>
            <a:endCxn id="43" idx="2"/>
          </p:cNvCxnSpPr>
          <p:nvPr/>
        </p:nvCxnSpPr>
        <p:spPr>
          <a:xfrm>
            <a:off x="6199523" y="2572921"/>
            <a:ext cx="2222917" cy="2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椭圆 62">
            <a:extLst>
              <a:ext uri="{FF2B5EF4-FFF2-40B4-BE49-F238E27FC236}">
                <a16:creationId xmlns:a16="http://schemas.microsoft.com/office/drawing/2014/main" id="{3D16033F-D6D9-6A7D-B698-E1B4A5870E54}"/>
              </a:ext>
            </a:extLst>
          </p:cNvPr>
          <p:cNvSpPr/>
          <p:nvPr/>
        </p:nvSpPr>
        <p:spPr>
          <a:xfrm>
            <a:off x="7888065" y="2549531"/>
            <a:ext cx="90000" cy="90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连接符: 曲线 64">
            <a:extLst>
              <a:ext uri="{FF2B5EF4-FFF2-40B4-BE49-F238E27FC236}">
                <a16:creationId xmlns:a16="http://schemas.microsoft.com/office/drawing/2014/main" id="{0FD836F1-F3C8-9D71-FC10-2522E596819F}"/>
              </a:ext>
            </a:extLst>
          </p:cNvPr>
          <p:cNvCxnSpPr>
            <a:cxnSpLocks/>
            <a:stCxn id="63" idx="4"/>
            <a:endCxn id="59" idx="5"/>
          </p:cNvCxnSpPr>
          <p:nvPr/>
        </p:nvCxnSpPr>
        <p:spPr>
          <a:xfrm rot="5400000" flipH="1">
            <a:off x="5908586" y="615052"/>
            <a:ext cx="18040" cy="4030919"/>
          </a:xfrm>
          <a:prstGeom prst="curvedConnector3">
            <a:avLst>
              <a:gd name="adj1" fmla="val -69343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曲线 83">
            <a:extLst>
              <a:ext uri="{FF2B5EF4-FFF2-40B4-BE49-F238E27FC236}">
                <a16:creationId xmlns:a16="http://schemas.microsoft.com/office/drawing/2014/main" id="{4530761D-4B8E-639B-7D50-09CB4A267C3C}"/>
              </a:ext>
            </a:extLst>
          </p:cNvPr>
          <p:cNvCxnSpPr>
            <a:cxnSpLocks/>
            <a:stCxn id="43" idx="0"/>
            <a:endCxn id="19" idx="3"/>
          </p:cNvCxnSpPr>
          <p:nvPr/>
        </p:nvCxnSpPr>
        <p:spPr>
          <a:xfrm rot="16200000" flipV="1">
            <a:off x="7446460" y="647999"/>
            <a:ext cx="1025183" cy="189729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707E728A-E6A7-46BB-39F0-4E4A30D827B1}"/>
                  </a:ext>
                </a:extLst>
              </p:cNvPr>
              <p:cNvSpPr txBox="1"/>
              <p:nvPr/>
            </p:nvSpPr>
            <p:spPr>
              <a:xfrm>
                <a:off x="8076266" y="4034558"/>
                <a:ext cx="1397434" cy="352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707E728A-E6A7-46BB-39F0-4E4A30D82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266" y="4034558"/>
                <a:ext cx="1397434" cy="352341"/>
              </a:xfrm>
              <a:prstGeom prst="rect">
                <a:avLst/>
              </a:prstGeom>
              <a:blipFill>
                <a:blip r:embed="rId13"/>
                <a:stretch>
                  <a:fillRect l="-1747" r="-1310" b="-18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图片 90" descr="小狗&#10;&#10;AI 生成的内容可能不正确。">
            <a:extLst>
              <a:ext uri="{FF2B5EF4-FFF2-40B4-BE49-F238E27FC236}">
                <a16:creationId xmlns:a16="http://schemas.microsoft.com/office/drawing/2014/main" id="{D93AAABE-E61A-C4EF-61AE-6ABA098C53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1" y="2058440"/>
            <a:ext cx="1080000" cy="1080000"/>
          </a:xfrm>
          <a:prstGeom prst="rect">
            <a:avLst/>
          </a:prstGeom>
        </p:spPr>
      </p:pic>
      <p:pic>
        <p:nvPicPr>
          <p:cNvPr id="23" name="图片 22" descr="小狗&#10;&#10;AI 生成的内容可能不正确。">
            <a:extLst>
              <a:ext uri="{FF2B5EF4-FFF2-40B4-BE49-F238E27FC236}">
                <a16:creationId xmlns:a16="http://schemas.microsoft.com/office/drawing/2014/main" id="{B51A9FD6-606D-9D95-E4DF-7BF3901B14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394" y="2058440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59D1E94-D033-4845-67C8-91ADCAB1F10B}"/>
                  </a:ext>
                </a:extLst>
              </p:cNvPr>
              <p:cNvSpPr txBox="1"/>
              <p:nvPr/>
            </p:nvSpPr>
            <p:spPr>
              <a:xfrm>
                <a:off x="10750919" y="4079157"/>
                <a:ext cx="1517650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∗3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59D1E94-D033-4845-67C8-91ADCAB1F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919" y="4079157"/>
                <a:ext cx="1517650" cy="374270"/>
              </a:xfrm>
              <a:prstGeom prst="rect">
                <a:avLst/>
              </a:prstGeom>
              <a:blipFill>
                <a:blip r:embed="rId15"/>
                <a:stretch>
                  <a:fillRect t="-4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AD7A126E-195D-AC9A-73D2-83C71381209B}"/>
              </a:ext>
            </a:extLst>
          </p:cNvPr>
          <p:cNvSpPr txBox="1"/>
          <p:nvPr/>
        </p:nvSpPr>
        <p:spPr>
          <a:xfrm>
            <a:off x="5320240" y="58873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CodeBook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6B848EF-B520-EE44-73D3-BE0FF128526A}"/>
              </a:ext>
            </a:extLst>
          </p:cNvPr>
          <p:cNvSpPr txBox="1"/>
          <p:nvPr/>
        </p:nvSpPr>
        <p:spPr>
          <a:xfrm>
            <a:off x="5146192" y="2917958"/>
            <a:ext cx="1470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Indices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C887E4F-B4C0-1AF9-1AF9-7DF93E767E60}"/>
                  </a:ext>
                </a:extLst>
              </p:cNvPr>
              <p:cNvSpPr txBox="1"/>
              <p:nvPr/>
            </p:nvSpPr>
            <p:spPr>
              <a:xfrm>
                <a:off x="5747704" y="1951899"/>
                <a:ext cx="2671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C887E4F-B4C0-1AF9-1AF9-7DF93E767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704" y="1951899"/>
                <a:ext cx="267189" cy="307777"/>
              </a:xfrm>
              <a:prstGeom prst="rect">
                <a:avLst/>
              </a:prstGeom>
              <a:blipFill>
                <a:blip r:embed="rId16"/>
                <a:stretch>
                  <a:fillRect l="-11364" r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270DE3F-C765-100A-AE7F-2C27C4B38F1A}"/>
                  </a:ext>
                </a:extLst>
              </p:cNvPr>
              <p:cNvSpPr txBox="1"/>
              <p:nvPr/>
            </p:nvSpPr>
            <p:spPr>
              <a:xfrm>
                <a:off x="5984940" y="2444166"/>
                <a:ext cx="2175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270DE3F-C765-100A-AE7F-2C27C4B38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940" y="2444166"/>
                <a:ext cx="217559" cy="307777"/>
              </a:xfrm>
              <a:prstGeom prst="rect">
                <a:avLst/>
              </a:prstGeom>
              <a:blipFill>
                <a:blip r:embed="rId17"/>
                <a:stretch>
                  <a:fillRect l="-25714" r="-25714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7E1095AA-3DCA-457F-ADB2-FC3878AF7388}"/>
              </a:ext>
            </a:extLst>
          </p:cNvPr>
          <p:cNvSpPr txBox="1"/>
          <p:nvPr/>
        </p:nvSpPr>
        <p:spPr>
          <a:xfrm>
            <a:off x="5678418" y="3531288"/>
            <a:ext cx="6130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0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小狗&#10;&#10;AI 生成的内容可能不正确。">
            <a:extLst>
              <a:ext uri="{FF2B5EF4-FFF2-40B4-BE49-F238E27FC236}">
                <a16:creationId xmlns:a16="http://schemas.microsoft.com/office/drawing/2014/main" id="{E5565A4B-3F09-C5E1-ACEE-FCD45697E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40" y="2058440"/>
            <a:ext cx="1080000" cy="1080000"/>
          </a:xfrm>
          <a:prstGeom prst="rect">
            <a:avLst/>
          </a:prstGeom>
        </p:spPr>
      </p:pic>
      <p:sp>
        <p:nvSpPr>
          <p:cNvPr id="5" name="梯形 4">
            <a:extLst>
              <a:ext uri="{FF2B5EF4-FFF2-40B4-BE49-F238E27FC236}">
                <a16:creationId xmlns:a16="http://schemas.microsoft.com/office/drawing/2014/main" id="{9E0A6CD2-D150-3DF3-CF5B-522AC68247A9}"/>
              </a:ext>
            </a:extLst>
          </p:cNvPr>
          <p:cNvSpPr/>
          <p:nvPr/>
        </p:nvSpPr>
        <p:spPr>
          <a:xfrm rot="5400000">
            <a:off x="1598836" y="2336987"/>
            <a:ext cx="1080001" cy="522908"/>
          </a:xfrm>
          <a:prstGeom prst="trapezoid">
            <a:avLst>
              <a:gd name="adj" fmla="val 3945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7DAD343-AE6C-7043-83A1-C87B7AE05B3F}"/>
                  </a:ext>
                </a:extLst>
              </p:cNvPr>
              <p:cNvSpPr txBox="1"/>
              <p:nvPr/>
            </p:nvSpPr>
            <p:spPr>
              <a:xfrm>
                <a:off x="1913729" y="2457376"/>
                <a:ext cx="4247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Enc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7DAD343-AE6C-7043-83A1-C87B7AE05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729" y="2457376"/>
                <a:ext cx="424796" cy="276999"/>
              </a:xfrm>
              <a:prstGeom prst="rect">
                <a:avLst/>
              </a:prstGeom>
              <a:blipFill>
                <a:blip r:embed="rId3"/>
                <a:stretch>
                  <a:fillRect l="-12857" r="-11429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立方体 6">
            <a:extLst>
              <a:ext uri="{FF2B5EF4-FFF2-40B4-BE49-F238E27FC236}">
                <a16:creationId xmlns:a16="http://schemas.microsoft.com/office/drawing/2014/main" id="{27D88EC9-9DC4-D7C1-94A6-F32546379673}"/>
              </a:ext>
            </a:extLst>
          </p:cNvPr>
          <p:cNvSpPr/>
          <p:nvPr/>
        </p:nvSpPr>
        <p:spPr>
          <a:xfrm>
            <a:off x="3170234" y="2058438"/>
            <a:ext cx="1009650" cy="1080002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C8AB231-BD60-9206-E4A4-CE2ABB687629}"/>
              </a:ext>
            </a:extLst>
          </p:cNvPr>
          <p:cNvCxnSpPr>
            <a:cxnSpLocks/>
          </p:cNvCxnSpPr>
          <p:nvPr/>
        </p:nvCxnSpPr>
        <p:spPr>
          <a:xfrm>
            <a:off x="3170234" y="2534145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032EB84-1904-9370-52CA-6E9830EE684C}"/>
              </a:ext>
            </a:extLst>
          </p:cNvPr>
          <p:cNvCxnSpPr>
            <a:cxnSpLocks/>
          </p:cNvCxnSpPr>
          <p:nvPr/>
        </p:nvCxnSpPr>
        <p:spPr>
          <a:xfrm>
            <a:off x="3170234" y="2729814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7C4A144-C839-53FF-629F-B3518880A703}"/>
              </a:ext>
            </a:extLst>
          </p:cNvPr>
          <p:cNvCxnSpPr>
            <a:cxnSpLocks/>
          </p:cNvCxnSpPr>
          <p:nvPr/>
        </p:nvCxnSpPr>
        <p:spPr>
          <a:xfrm>
            <a:off x="3170234" y="2930385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DE324A-7ECA-0C97-D95F-A28F557792B0}"/>
              </a:ext>
            </a:extLst>
          </p:cNvPr>
          <p:cNvCxnSpPr>
            <a:cxnSpLocks/>
          </p:cNvCxnSpPr>
          <p:nvPr/>
        </p:nvCxnSpPr>
        <p:spPr>
          <a:xfrm>
            <a:off x="3339303" y="2316019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D45CA4C-8B8A-483F-B721-6E7CE55711A8}"/>
              </a:ext>
            </a:extLst>
          </p:cNvPr>
          <p:cNvCxnSpPr>
            <a:cxnSpLocks/>
          </p:cNvCxnSpPr>
          <p:nvPr/>
        </p:nvCxnSpPr>
        <p:spPr>
          <a:xfrm>
            <a:off x="3537423" y="2310851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2D8F714-D513-2565-84D3-D7AE87AED0B9}"/>
              </a:ext>
            </a:extLst>
          </p:cNvPr>
          <p:cNvCxnSpPr>
            <a:cxnSpLocks/>
          </p:cNvCxnSpPr>
          <p:nvPr/>
        </p:nvCxnSpPr>
        <p:spPr>
          <a:xfrm>
            <a:off x="3727923" y="2310851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A8C8E35-20B3-019F-8260-E50C9DF9520C}"/>
                  </a:ext>
                </a:extLst>
              </p:cNvPr>
              <p:cNvSpPr txBox="1"/>
              <p:nvPr/>
            </p:nvSpPr>
            <p:spPr>
              <a:xfrm>
                <a:off x="2993610" y="3346418"/>
                <a:ext cx="1203855" cy="503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US" altLang="zh-CN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1600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continuous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A8C8E35-20B3-019F-8260-E50C9DF95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10" y="3346418"/>
                <a:ext cx="1203855" cy="503471"/>
              </a:xfrm>
              <a:prstGeom prst="rect">
                <a:avLst/>
              </a:prstGeom>
              <a:blipFill>
                <a:blip r:embed="rId4"/>
                <a:stretch>
                  <a:fillRect l="-5051" r="-5051" b="-14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FE021AC1-2A34-4115-45C6-974FF4C92296}"/>
              </a:ext>
            </a:extLst>
          </p:cNvPr>
          <p:cNvSpPr/>
          <p:nvPr/>
        </p:nvSpPr>
        <p:spPr>
          <a:xfrm>
            <a:off x="5510681" y="2207900"/>
            <a:ext cx="757235" cy="827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94C027A-E12D-13B7-859A-3231D6C1E550}"/>
              </a:ext>
            </a:extLst>
          </p:cNvPr>
          <p:cNvCxnSpPr>
            <a:cxnSpLocks/>
          </p:cNvCxnSpPr>
          <p:nvPr/>
        </p:nvCxnSpPr>
        <p:spPr>
          <a:xfrm>
            <a:off x="5510682" y="2433185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B6B126C-BAEC-C5CF-7382-F2A6ABC92851}"/>
              </a:ext>
            </a:extLst>
          </p:cNvPr>
          <p:cNvCxnSpPr>
            <a:cxnSpLocks/>
          </p:cNvCxnSpPr>
          <p:nvPr/>
        </p:nvCxnSpPr>
        <p:spPr>
          <a:xfrm>
            <a:off x="5510682" y="2628854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376D359-8127-CE45-35EF-52ACEE4A04CC}"/>
              </a:ext>
            </a:extLst>
          </p:cNvPr>
          <p:cNvCxnSpPr>
            <a:cxnSpLocks/>
          </p:cNvCxnSpPr>
          <p:nvPr/>
        </p:nvCxnSpPr>
        <p:spPr>
          <a:xfrm>
            <a:off x="5510682" y="2829425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28A1DC4-3787-D4CA-4FCB-D1858F137F0A}"/>
              </a:ext>
            </a:extLst>
          </p:cNvPr>
          <p:cNvCxnSpPr>
            <a:cxnSpLocks/>
          </p:cNvCxnSpPr>
          <p:nvPr/>
        </p:nvCxnSpPr>
        <p:spPr>
          <a:xfrm>
            <a:off x="5710231" y="2215059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E72E883-5D81-CD8F-FF02-D95C530B32E6}"/>
              </a:ext>
            </a:extLst>
          </p:cNvPr>
          <p:cNvCxnSpPr>
            <a:cxnSpLocks/>
          </p:cNvCxnSpPr>
          <p:nvPr/>
        </p:nvCxnSpPr>
        <p:spPr>
          <a:xfrm>
            <a:off x="5908351" y="2209891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1C66A45-2A64-E520-C01D-3C6AF480497D}"/>
              </a:ext>
            </a:extLst>
          </p:cNvPr>
          <p:cNvCxnSpPr>
            <a:cxnSpLocks/>
          </p:cNvCxnSpPr>
          <p:nvPr/>
        </p:nvCxnSpPr>
        <p:spPr>
          <a:xfrm>
            <a:off x="6095041" y="2209891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立方体 33">
            <a:extLst>
              <a:ext uri="{FF2B5EF4-FFF2-40B4-BE49-F238E27FC236}">
                <a16:creationId xmlns:a16="http://schemas.microsoft.com/office/drawing/2014/main" id="{3CC7557E-E122-AFA0-534C-848B0C210BFE}"/>
              </a:ext>
            </a:extLst>
          </p:cNvPr>
          <p:cNvSpPr/>
          <p:nvPr/>
        </p:nvSpPr>
        <p:spPr>
          <a:xfrm>
            <a:off x="7783039" y="2058438"/>
            <a:ext cx="1009650" cy="1080002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6C63DE4-0273-60E5-FBD8-C0C6B468E554}"/>
              </a:ext>
            </a:extLst>
          </p:cNvPr>
          <p:cNvCxnSpPr>
            <a:cxnSpLocks/>
          </p:cNvCxnSpPr>
          <p:nvPr/>
        </p:nvCxnSpPr>
        <p:spPr>
          <a:xfrm>
            <a:off x="7783039" y="2534145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C29BBFD-88FB-0B0E-59C1-996F5D2B72AE}"/>
              </a:ext>
            </a:extLst>
          </p:cNvPr>
          <p:cNvCxnSpPr>
            <a:cxnSpLocks/>
          </p:cNvCxnSpPr>
          <p:nvPr/>
        </p:nvCxnSpPr>
        <p:spPr>
          <a:xfrm>
            <a:off x="7783039" y="2729814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9BA48F7-4344-EDFA-CD4C-BF91206B01AC}"/>
              </a:ext>
            </a:extLst>
          </p:cNvPr>
          <p:cNvCxnSpPr>
            <a:cxnSpLocks/>
          </p:cNvCxnSpPr>
          <p:nvPr/>
        </p:nvCxnSpPr>
        <p:spPr>
          <a:xfrm>
            <a:off x="7783039" y="2930385"/>
            <a:ext cx="757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A6F1F67-D5A0-6CFA-960B-E8416A3CC48A}"/>
              </a:ext>
            </a:extLst>
          </p:cNvPr>
          <p:cNvCxnSpPr>
            <a:cxnSpLocks/>
          </p:cNvCxnSpPr>
          <p:nvPr/>
        </p:nvCxnSpPr>
        <p:spPr>
          <a:xfrm>
            <a:off x="7952108" y="2316019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3BCF33B-0AEF-E118-FA09-E5124D34357E}"/>
              </a:ext>
            </a:extLst>
          </p:cNvPr>
          <p:cNvCxnSpPr>
            <a:cxnSpLocks/>
          </p:cNvCxnSpPr>
          <p:nvPr/>
        </p:nvCxnSpPr>
        <p:spPr>
          <a:xfrm>
            <a:off x="8150228" y="2310851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1DA8EE2-D0B3-7121-935B-FE80219E79B0}"/>
              </a:ext>
            </a:extLst>
          </p:cNvPr>
          <p:cNvCxnSpPr>
            <a:cxnSpLocks/>
          </p:cNvCxnSpPr>
          <p:nvPr/>
        </p:nvCxnSpPr>
        <p:spPr>
          <a:xfrm>
            <a:off x="8340728" y="2310851"/>
            <a:ext cx="0" cy="827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9F3D4A3-50A4-6719-A158-C6A755CF9C15}"/>
                  </a:ext>
                </a:extLst>
              </p:cNvPr>
              <p:cNvSpPr txBox="1"/>
              <p:nvPr/>
            </p:nvSpPr>
            <p:spPr>
              <a:xfrm>
                <a:off x="7675343" y="3334108"/>
                <a:ext cx="1203855" cy="528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600" i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a:rPr lang="en-US" altLang="zh-CN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continuous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9F3D4A3-50A4-6719-A158-C6A755CF9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343" y="3334108"/>
                <a:ext cx="1203855" cy="528093"/>
              </a:xfrm>
              <a:prstGeom prst="rect">
                <a:avLst/>
              </a:prstGeom>
              <a:blipFill>
                <a:blip r:embed="rId5"/>
                <a:stretch>
                  <a:fillRect l="-5051" r="-5051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梯形 41">
            <a:extLst>
              <a:ext uri="{FF2B5EF4-FFF2-40B4-BE49-F238E27FC236}">
                <a16:creationId xmlns:a16="http://schemas.microsoft.com/office/drawing/2014/main" id="{8BD6B1C2-7D3A-6526-4FF8-8A55BFB53B62}"/>
              </a:ext>
            </a:extLst>
          </p:cNvPr>
          <p:cNvSpPr/>
          <p:nvPr/>
        </p:nvSpPr>
        <p:spPr>
          <a:xfrm rot="5400000" flipV="1">
            <a:off x="9412498" y="2313820"/>
            <a:ext cx="1080001" cy="569240"/>
          </a:xfrm>
          <a:prstGeom prst="trapezoid">
            <a:avLst>
              <a:gd name="adj" fmla="val 3945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6218542-5479-B037-E5CB-DF2C4016F7C2}"/>
                  </a:ext>
                </a:extLst>
              </p:cNvPr>
              <p:cNvSpPr txBox="1"/>
              <p:nvPr/>
            </p:nvSpPr>
            <p:spPr>
              <a:xfrm>
                <a:off x="9752779" y="2457655"/>
                <a:ext cx="428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Dec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6218542-5479-B037-E5CB-DF2C4016F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2779" y="2457655"/>
                <a:ext cx="428002" cy="276999"/>
              </a:xfrm>
              <a:prstGeom prst="rect">
                <a:avLst/>
              </a:prstGeom>
              <a:blipFill>
                <a:blip r:embed="rId6"/>
                <a:stretch>
                  <a:fillRect l="-12857" r="-12857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图片 43" descr="小狗&#10;&#10;AI 生成的内容可能不正确。">
            <a:extLst>
              <a:ext uri="{FF2B5EF4-FFF2-40B4-BE49-F238E27FC236}">
                <a16:creationId xmlns:a16="http://schemas.microsoft.com/office/drawing/2014/main" id="{27D7A8C9-003A-E133-758F-31C943FAA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438" y="2058440"/>
            <a:ext cx="1080000" cy="1080000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C6C46DB-AFEC-E815-DC4B-AB885119A34D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>
            <a:off x="1224140" y="2598440"/>
            <a:ext cx="65324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567081C-BC2A-4BA9-1071-F92E609DD4D3}"/>
              </a:ext>
            </a:extLst>
          </p:cNvPr>
          <p:cNvCxnSpPr>
            <a:cxnSpLocks/>
          </p:cNvCxnSpPr>
          <p:nvPr/>
        </p:nvCxnSpPr>
        <p:spPr>
          <a:xfrm flipV="1">
            <a:off x="2390765" y="2598440"/>
            <a:ext cx="75600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08781E8-76C6-C323-3652-290845AFFF2A}"/>
              </a:ext>
            </a:extLst>
          </p:cNvPr>
          <p:cNvCxnSpPr>
            <a:cxnSpLocks/>
          </p:cNvCxnSpPr>
          <p:nvPr/>
        </p:nvCxnSpPr>
        <p:spPr>
          <a:xfrm>
            <a:off x="4248148" y="2637034"/>
            <a:ext cx="1181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ECEFA15-8D22-817D-43C0-A4EB56F866D1}"/>
              </a:ext>
            </a:extLst>
          </p:cNvPr>
          <p:cNvCxnSpPr>
            <a:cxnSpLocks/>
          </p:cNvCxnSpPr>
          <p:nvPr/>
        </p:nvCxnSpPr>
        <p:spPr>
          <a:xfrm>
            <a:off x="6391275" y="2637034"/>
            <a:ext cx="13364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AC34711-4750-3EE6-0317-08BD2751DB55}"/>
              </a:ext>
            </a:extLst>
          </p:cNvPr>
          <p:cNvCxnSpPr>
            <a:cxnSpLocks/>
          </p:cNvCxnSpPr>
          <p:nvPr/>
        </p:nvCxnSpPr>
        <p:spPr>
          <a:xfrm>
            <a:off x="8842617" y="2621694"/>
            <a:ext cx="7828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1DFD9A9-3D0E-4845-DE25-11E529EFB7EE}"/>
              </a:ext>
            </a:extLst>
          </p:cNvPr>
          <p:cNvCxnSpPr>
            <a:cxnSpLocks/>
          </p:cNvCxnSpPr>
          <p:nvPr/>
        </p:nvCxnSpPr>
        <p:spPr>
          <a:xfrm>
            <a:off x="10272713" y="2637034"/>
            <a:ext cx="7048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B171EA7D-65D4-4D66-72F9-0D68BBDFBC40}"/>
              </a:ext>
            </a:extLst>
          </p:cNvPr>
          <p:cNvSpPr txBox="1"/>
          <p:nvPr/>
        </p:nvSpPr>
        <p:spPr>
          <a:xfrm>
            <a:off x="4427376" y="2193691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Quantize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EBD0588-2B3C-04AD-B1CC-E716FC5BFE13}"/>
              </a:ext>
            </a:extLst>
          </p:cNvPr>
          <p:cNvSpPr txBox="1"/>
          <p:nvPr/>
        </p:nvSpPr>
        <p:spPr>
          <a:xfrm>
            <a:off x="6460887" y="2195591"/>
            <a:ext cx="1165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DeQuantize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1378A58-0689-60EC-89FD-F635BF596BDB}"/>
                  </a:ext>
                </a:extLst>
              </p:cNvPr>
              <p:cNvSpPr txBox="1"/>
              <p:nvPr/>
            </p:nvSpPr>
            <p:spPr>
              <a:xfrm>
                <a:off x="4823312" y="3346418"/>
                <a:ext cx="2310924" cy="503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sup>
                      </m:sSup>
                    </m:oMath>
                  </m:oMathPara>
                </a14:m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discrete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token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indices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1378A58-0689-60EC-89FD-F635BF59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312" y="3346418"/>
                <a:ext cx="2310924" cy="503471"/>
              </a:xfrm>
              <a:prstGeom prst="rect">
                <a:avLst/>
              </a:prstGeom>
              <a:blipFill>
                <a:blip r:embed="rId7"/>
                <a:stretch>
                  <a:fillRect b="-14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5F5F8EF-D4DF-2D24-D4D7-1A4BE8B2254A}"/>
                  </a:ext>
                </a:extLst>
              </p:cNvPr>
              <p:cNvSpPr txBox="1"/>
              <p:nvPr/>
            </p:nvSpPr>
            <p:spPr>
              <a:xfrm>
                <a:off x="509413" y="3454579"/>
                <a:ext cx="174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5F5F8EF-D4DF-2D24-D4D7-1A4BE8B22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13" y="3454579"/>
                <a:ext cx="174727" cy="276999"/>
              </a:xfrm>
              <a:prstGeom prst="rect">
                <a:avLst/>
              </a:prstGeom>
              <a:blipFill>
                <a:blip r:embed="rId8"/>
                <a:stretch>
                  <a:fillRect l="-17857" r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54283A7-B2B9-8036-90CA-D3C67B6323DE}"/>
                  </a:ext>
                </a:extLst>
              </p:cNvPr>
              <p:cNvSpPr txBox="1"/>
              <p:nvPr/>
            </p:nvSpPr>
            <p:spPr>
              <a:xfrm>
                <a:off x="11334748" y="3404159"/>
                <a:ext cx="509956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54283A7-B2B9-8036-90CA-D3C67B632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4748" y="3404159"/>
                <a:ext cx="509956" cy="374270"/>
              </a:xfrm>
              <a:prstGeom prst="rect">
                <a:avLst/>
              </a:prstGeom>
              <a:blipFill>
                <a:blip r:embed="rId9"/>
                <a:stretch>
                  <a:fillRect t="-6452" r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395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3609</TotalTime>
  <Words>78</Words>
  <Application>Microsoft Office PowerPoint</Application>
  <PresentationFormat>宽屏</PresentationFormat>
  <Paragraphs>45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安埠 黄</dc:creator>
  <cp:lastModifiedBy>安埠 黄</cp:lastModifiedBy>
  <cp:revision>19</cp:revision>
  <dcterms:created xsi:type="dcterms:W3CDTF">2025-10-28T05:36:18Z</dcterms:created>
  <dcterms:modified xsi:type="dcterms:W3CDTF">2025-12-10T01:21:12Z</dcterms:modified>
</cp:coreProperties>
</file>